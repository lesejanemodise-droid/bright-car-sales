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1085" r:id="rId2"/>
    <p:sldId id="267" r:id="rId3"/>
    <p:sldId id="1091" r:id="rId4"/>
    <p:sldId id="1095" r:id="rId5"/>
    <p:sldId id="1093" r:id="rId6"/>
    <p:sldId id="1094" r:id="rId7"/>
    <p:sldId id="1096" r:id="rId8"/>
    <p:sldId id="1097" r:id="rId9"/>
    <p:sldId id="1090" r:id="rId10"/>
  </p:sldIdLst>
  <p:sldSz cx="12192000"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F01D33"/>
    <a:srgbClr val="D36A3B"/>
    <a:srgbClr val="000000"/>
    <a:srgbClr val="222D78"/>
    <a:srgbClr val="212D7D"/>
    <a:srgbClr val="2137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33" autoAdjust="0"/>
    <p:restoredTop sz="94291" autoAdjust="0"/>
  </p:normalViewPr>
  <p:slideViewPr>
    <p:cSldViewPr snapToGrid="0">
      <p:cViewPr>
        <p:scale>
          <a:sx n="112" d="100"/>
          <a:sy n="112" d="100"/>
        </p:scale>
        <p:origin x="594" y="-222"/>
      </p:cViewPr>
      <p:guideLst/>
    </p:cSldViewPr>
  </p:slideViewPr>
  <p:notesTextViewPr>
    <p:cViewPr>
      <p:scale>
        <a:sx n="1" d="1"/>
        <a:sy n="1" d="1"/>
      </p:scale>
      <p:origin x="0" y="0"/>
    </p:cViewPr>
  </p:notesTextViewPr>
  <p:sorterViewPr>
    <p:cViewPr>
      <p:scale>
        <a:sx n="70" d="100"/>
        <a:sy n="70" d="100"/>
      </p:scale>
      <p:origin x="0" y="0"/>
    </p:cViewPr>
  </p:sorter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defPPr/>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defPPr/>
            <a:lvl1pPr algn="r">
              <a:defRPr sz="1200"/>
            </a:lvl1pPr>
          </a:lstStyle>
          <a:p>
            <a:fld id="{61118E5C-8CAB-4453-A82B-D9C2A91BEE63}" type="datetimeFigureOut">
              <a:rPr lang="es-PE" smtClean="0"/>
              <a:pPr/>
              <a:t>10/11/2025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defPPr/>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defPPr/>
            <a:lvl1pPr algn="r">
              <a:defRPr sz="1200"/>
            </a:lvl1pPr>
          </a:lstStyle>
          <a:p>
            <a:fld id="{6A563A80-3268-455E-80FA-7D19987BC693}" type="slidenum">
              <a:rPr lang="es-PE" smtClean="0"/>
              <a:pPr/>
              <a:t>‹#›</a:t>
            </a:fld>
            <a:endParaRPr lang="es-PE"/>
          </a:p>
        </p:txBody>
      </p:sp>
    </p:spTree>
    <p:extLst>
      <p:ext uri="{BB962C8B-B14F-4D97-AF65-F5344CB8AC3E}">
        <p14:creationId xmlns:p14="http://schemas.microsoft.com/office/powerpoint/2010/main" val="3160256423"/>
      </p:ext>
    </p:extLst>
  </p:cSld>
  <p:clrMap bg1="lt1" tx1="dk1" bg2="lt2" tx2="dk2" accent1="accent1" accent2="accent2" accent3="accent3" accent4="accent4" accent5="accent5" accent6="accent6" hlink="hlink" folHlink="folHlink"/>
  <p:notesStyle>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defPPr/>
          </a:lstStyle>
          <a:p>
            <a:pPr marL="0" marR="0" lvl="0" indent="0" algn="l" defTabSz="914400" rtl="0" eaLnBrk="1" fontAlgn="auto" latinLnBrk="0" hangingPunct="1">
              <a:lnSpc>
                <a:spcPct val="100000"/>
              </a:lnSpc>
              <a:spcBef>
                <a:spcPct val="0"/>
              </a:spcBef>
              <a:spcAft>
                <a:spcPct val="0"/>
              </a:spcAft>
              <a:buClrTx/>
              <a:buSzTx/>
              <a:buFontTx/>
              <a:buNone/>
              <a:defRPr/>
            </a:pPr>
            <a:r>
              <a:rPr lang="en-US"/>
              <a:t>slidesppt.net</a:t>
            </a:r>
          </a:p>
          <a:p>
            <a:endParaRPr lang="es-PE"/>
          </a:p>
        </p:txBody>
      </p:sp>
      <p:sp>
        <p:nvSpPr>
          <p:cNvPr id="4" name="Marcador de número de diapositiva 3"/>
          <p:cNvSpPr>
            <a:spLocks noGrp="1"/>
          </p:cNvSpPr>
          <p:nvPr>
            <p:ph type="sldNum" sz="quarter" idx="5"/>
          </p:nvPr>
        </p:nvSpPr>
        <p:spPr/>
        <p:txBody>
          <a:bodyPr/>
          <a:lstStyle>
            <a:defPPr/>
          </a:lstStyle>
          <a:p>
            <a:fld id="{6A563A80-3268-455E-80FA-7D19987BC693}" type="slidenum">
              <a:rPr lang="es-PE" smtClean="0"/>
              <a:pPr/>
              <a:t>2</a:t>
            </a:fld>
            <a:endParaRPr lang="es-PE"/>
          </a:p>
        </p:txBody>
      </p:sp>
    </p:spTree>
    <p:extLst>
      <p:ext uri="{BB962C8B-B14F-4D97-AF65-F5344CB8AC3E}">
        <p14:creationId xmlns:p14="http://schemas.microsoft.com/office/powerpoint/2010/main" val="2322737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1C3AE-D48F-8F4A-3DEC-45AAE2D943C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6FB2880-E6AD-1BF5-D150-0131017D361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5C486B9-58A4-7AE1-FB63-689D4C670E3D}"/>
              </a:ext>
            </a:extLst>
          </p:cNvPr>
          <p:cNvSpPr>
            <a:spLocks noGrp="1"/>
          </p:cNvSpPr>
          <p:nvPr>
            <p:ph type="body" idx="1"/>
          </p:nvPr>
        </p:nvSpPr>
        <p:spPr/>
        <p:txBody>
          <a:bodyPr/>
          <a:lstStyle>
            <a:defPPr/>
          </a:lstStyle>
          <a:p>
            <a:pPr marL="0" marR="0" lvl="0" indent="0" algn="l" defTabSz="914400" rtl="0" eaLnBrk="1" fontAlgn="auto" latinLnBrk="0" hangingPunct="1">
              <a:lnSpc>
                <a:spcPct val="100000"/>
              </a:lnSpc>
              <a:spcBef>
                <a:spcPct val="0"/>
              </a:spcBef>
              <a:spcAft>
                <a:spcPct val="0"/>
              </a:spcAft>
              <a:buClrTx/>
              <a:buSzTx/>
              <a:buFontTx/>
              <a:buNone/>
              <a:defRPr/>
            </a:pPr>
            <a:r>
              <a:rPr lang="en-US"/>
              <a:t>slidesppt.net</a:t>
            </a:r>
          </a:p>
          <a:p>
            <a:endParaRPr lang="es-PE"/>
          </a:p>
        </p:txBody>
      </p:sp>
      <p:sp>
        <p:nvSpPr>
          <p:cNvPr id="4" name="Marcador de número de diapositiva 3">
            <a:extLst>
              <a:ext uri="{FF2B5EF4-FFF2-40B4-BE49-F238E27FC236}">
                <a16:creationId xmlns:a16="http://schemas.microsoft.com/office/drawing/2014/main" id="{DFAB09CF-CC56-63C9-477F-7B94BE50C2F9}"/>
              </a:ext>
            </a:extLst>
          </p:cNvPr>
          <p:cNvSpPr>
            <a:spLocks noGrp="1"/>
          </p:cNvSpPr>
          <p:nvPr>
            <p:ph type="sldNum" sz="quarter" idx="5"/>
          </p:nvPr>
        </p:nvSpPr>
        <p:spPr/>
        <p:txBody>
          <a:bodyPr/>
          <a:lstStyle>
            <a:defPPr/>
          </a:lstStyle>
          <a:p>
            <a:fld id="{6A563A80-3268-455E-80FA-7D19987BC693}" type="slidenum">
              <a:rPr lang="es-PE" smtClean="0"/>
              <a:pPr/>
              <a:t>3</a:t>
            </a:fld>
            <a:endParaRPr lang="es-PE"/>
          </a:p>
        </p:txBody>
      </p:sp>
    </p:spTree>
    <p:extLst>
      <p:ext uri="{BB962C8B-B14F-4D97-AF65-F5344CB8AC3E}">
        <p14:creationId xmlns:p14="http://schemas.microsoft.com/office/powerpoint/2010/main" val="720552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6173C-EF8B-E3C1-F9B0-D4D6BD4F6E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FFF423-5013-E7CE-E316-30EAB6E826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6C2DB3C-33C0-3736-9B1F-7CA7E4536D8C}"/>
              </a:ext>
            </a:extLst>
          </p:cNvPr>
          <p:cNvSpPr>
            <a:spLocks noGrp="1"/>
          </p:cNvSpPr>
          <p:nvPr>
            <p:ph type="body" idx="1"/>
          </p:nvPr>
        </p:nvSpPr>
        <p:spPr/>
        <p:txBody>
          <a:bodyPr/>
          <a:lstStyle>
            <a:defPPr/>
          </a:lstStyle>
          <a:p>
            <a:pPr marL="0" marR="0" lvl="0" indent="0" algn="l" defTabSz="914400" rtl="0" eaLnBrk="1" fontAlgn="auto" latinLnBrk="0" hangingPunct="1">
              <a:lnSpc>
                <a:spcPct val="100000"/>
              </a:lnSpc>
              <a:spcBef>
                <a:spcPct val="0"/>
              </a:spcBef>
              <a:spcAft>
                <a:spcPct val="0"/>
              </a:spcAft>
              <a:buClrTx/>
              <a:buSzTx/>
              <a:buFontTx/>
              <a:buNone/>
              <a:defRPr/>
            </a:pPr>
            <a:r>
              <a:rPr lang="en-US"/>
              <a:t>slidesppt.net</a:t>
            </a:r>
          </a:p>
          <a:p>
            <a:endParaRPr lang="es-PE"/>
          </a:p>
        </p:txBody>
      </p:sp>
      <p:sp>
        <p:nvSpPr>
          <p:cNvPr id="4" name="Marcador de número de diapositiva 3">
            <a:extLst>
              <a:ext uri="{FF2B5EF4-FFF2-40B4-BE49-F238E27FC236}">
                <a16:creationId xmlns:a16="http://schemas.microsoft.com/office/drawing/2014/main" id="{DCE72CBF-818E-34A3-D0C3-70E0876C2BD7}"/>
              </a:ext>
            </a:extLst>
          </p:cNvPr>
          <p:cNvSpPr>
            <a:spLocks noGrp="1"/>
          </p:cNvSpPr>
          <p:nvPr>
            <p:ph type="sldNum" sz="quarter" idx="5"/>
          </p:nvPr>
        </p:nvSpPr>
        <p:spPr/>
        <p:txBody>
          <a:bodyPr/>
          <a:lstStyle>
            <a:defPPr/>
          </a:lstStyle>
          <a:p>
            <a:fld id="{6A563A80-3268-455E-80FA-7D19987BC693}" type="slidenum">
              <a:rPr lang="es-PE" smtClean="0"/>
              <a:pPr/>
              <a:t>4</a:t>
            </a:fld>
            <a:endParaRPr lang="es-PE"/>
          </a:p>
        </p:txBody>
      </p:sp>
    </p:spTree>
    <p:extLst>
      <p:ext uri="{BB962C8B-B14F-4D97-AF65-F5344CB8AC3E}">
        <p14:creationId xmlns:p14="http://schemas.microsoft.com/office/powerpoint/2010/main" val="550455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13DDD-B700-F0C6-8114-59DEBD2F6C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543F44-80AE-80F4-BEAE-25A0C4E2A28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7870A5-5C89-D09F-0951-A2F25995A4BA}"/>
              </a:ext>
            </a:extLst>
          </p:cNvPr>
          <p:cNvSpPr>
            <a:spLocks noGrp="1"/>
          </p:cNvSpPr>
          <p:nvPr>
            <p:ph type="body" idx="1"/>
          </p:nvPr>
        </p:nvSpPr>
        <p:spPr/>
        <p:txBody>
          <a:bodyPr/>
          <a:lstStyle>
            <a:defPPr/>
          </a:lstStyle>
          <a:p>
            <a:pPr marL="0" marR="0" lvl="0" indent="0" algn="l" defTabSz="914400" rtl="0" eaLnBrk="1" fontAlgn="auto" latinLnBrk="0" hangingPunct="1">
              <a:lnSpc>
                <a:spcPct val="100000"/>
              </a:lnSpc>
              <a:spcBef>
                <a:spcPct val="0"/>
              </a:spcBef>
              <a:spcAft>
                <a:spcPct val="0"/>
              </a:spcAft>
              <a:buClrTx/>
              <a:buSzTx/>
              <a:buFontTx/>
              <a:buNone/>
              <a:defRPr/>
            </a:pPr>
            <a:r>
              <a:rPr lang="en-US"/>
              <a:t>slidesppt.net</a:t>
            </a:r>
          </a:p>
          <a:p>
            <a:endParaRPr lang="es-PE"/>
          </a:p>
        </p:txBody>
      </p:sp>
      <p:sp>
        <p:nvSpPr>
          <p:cNvPr id="4" name="Marcador de número de diapositiva 3">
            <a:extLst>
              <a:ext uri="{FF2B5EF4-FFF2-40B4-BE49-F238E27FC236}">
                <a16:creationId xmlns:a16="http://schemas.microsoft.com/office/drawing/2014/main" id="{3ECEECC7-ACC2-065A-CD1A-917FE3594D33}"/>
              </a:ext>
            </a:extLst>
          </p:cNvPr>
          <p:cNvSpPr>
            <a:spLocks noGrp="1"/>
          </p:cNvSpPr>
          <p:nvPr>
            <p:ph type="sldNum" sz="quarter" idx="5"/>
          </p:nvPr>
        </p:nvSpPr>
        <p:spPr/>
        <p:txBody>
          <a:bodyPr/>
          <a:lstStyle>
            <a:defPPr/>
          </a:lstStyle>
          <a:p>
            <a:fld id="{6A563A80-3268-455E-80FA-7D19987BC693}" type="slidenum">
              <a:rPr lang="es-PE" smtClean="0"/>
              <a:pPr/>
              <a:t>5</a:t>
            </a:fld>
            <a:endParaRPr lang="es-PE"/>
          </a:p>
        </p:txBody>
      </p:sp>
    </p:spTree>
    <p:extLst>
      <p:ext uri="{BB962C8B-B14F-4D97-AF65-F5344CB8AC3E}">
        <p14:creationId xmlns:p14="http://schemas.microsoft.com/office/powerpoint/2010/main" val="2769939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EB959-E63F-B94B-56F0-78D72F9B3E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6733A6-A718-413C-81AC-BD42FD404A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E37043E-84CC-AA8E-B92C-10CE572767FF}"/>
              </a:ext>
            </a:extLst>
          </p:cNvPr>
          <p:cNvSpPr>
            <a:spLocks noGrp="1"/>
          </p:cNvSpPr>
          <p:nvPr>
            <p:ph type="body" idx="1"/>
          </p:nvPr>
        </p:nvSpPr>
        <p:spPr/>
        <p:txBody>
          <a:bodyPr/>
          <a:lstStyle>
            <a:defPPr/>
          </a:lstStyle>
          <a:p>
            <a:pPr marL="0" marR="0" lvl="0" indent="0" algn="l" defTabSz="914400" rtl="0" eaLnBrk="1" fontAlgn="auto" latinLnBrk="0" hangingPunct="1">
              <a:lnSpc>
                <a:spcPct val="100000"/>
              </a:lnSpc>
              <a:spcBef>
                <a:spcPct val="0"/>
              </a:spcBef>
              <a:spcAft>
                <a:spcPct val="0"/>
              </a:spcAft>
              <a:buClrTx/>
              <a:buSzTx/>
              <a:buFontTx/>
              <a:buNone/>
              <a:defRPr/>
            </a:pPr>
            <a:r>
              <a:rPr lang="en-US"/>
              <a:t>slidesppt.net</a:t>
            </a:r>
          </a:p>
          <a:p>
            <a:endParaRPr lang="es-PE"/>
          </a:p>
        </p:txBody>
      </p:sp>
      <p:sp>
        <p:nvSpPr>
          <p:cNvPr id="4" name="Marcador de número de diapositiva 3">
            <a:extLst>
              <a:ext uri="{FF2B5EF4-FFF2-40B4-BE49-F238E27FC236}">
                <a16:creationId xmlns:a16="http://schemas.microsoft.com/office/drawing/2014/main" id="{36D64D69-193D-D148-EA4B-44217CB8467F}"/>
              </a:ext>
            </a:extLst>
          </p:cNvPr>
          <p:cNvSpPr>
            <a:spLocks noGrp="1"/>
          </p:cNvSpPr>
          <p:nvPr>
            <p:ph type="sldNum" sz="quarter" idx="5"/>
          </p:nvPr>
        </p:nvSpPr>
        <p:spPr/>
        <p:txBody>
          <a:bodyPr/>
          <a:lstStyle>
            <a:defPPr/>
          </a:lstStyle>
          <a:p>
            <a:fld id="{6A563A80-3268-455E-80FA-7D19987BC693}" type="slidenum">
              <a:rPr lang="es-PE" smtClean="0"/>
              <a:pPr/>
              <a:t>6</a:t>
            </a:fld>
            <a:endParaRPr lang="es-PE"/>
          </a:p>
        </p:txBody>
      </p:sp>
    </p:spTree>
    <p:extLst>
      <p:ext uri="{BB962C8B-B14F-4D97-AF65-F5344CB8AC3E}">
        <p14:creationId xmlns:p14="http://schemas.microsoft.com/office/powerpoint/2010/main" val="1366353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E84F-5E62-84FD-F723-D0F286D097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BAD5FA4-F807-19E7-B489-7ACAB027FA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C6D1832-A6DD-B8BF-436F-5364276EB2E4}"/>
              </a:ext>
            </a:extLst>
          </p:cNvPr>
          <p:cNvSpPr>
            <a:spLocks noGrp="1"/>
          </p:cNvSpPr>
          <p:nvPr>
            <p:ph type="body" idx="1"/>
          </p:nvPr>
        </p:nvSpPr>
        <p:spPr/>
        <p:txBody>
          <a:bodyPr/>
          <a:lstStyle>
            <a:defPPr/>
          </a:lstStyle>
          <a:p>
            <a:pPr marL="0" marR="0" lvl="0" indent="0" algn="l" defTabSz="914400" rtl="0" eaLnBrk="1" fontAlgn="auto" latinLnBrk="0" hangingPunct="1">
              <a:lnSpc>
                <a:spcPct val="100000"/>
              </a:lnSpc>
              <a:spcBef>
                <a:spcPct val="0"/>
              </a:spcBef>
              <a:spcAft>
                <a:spcPct val="0"/>
              </a:spcAft>
              <a:buClrTx/>
              <a:buSzTx/>
              <a:buFontTx/>
              <a:buNone/>
              <a:defRPr/>
            </a:pPr>
            <a:r>
              <a:rPr lang="en-US"/>
              <a:t>slidesppt.net</a:t>
            </a:r>
          </a:p>
          <a:p>
            <a:endParaRPr lang="es-PE"/>
          </a:p>
        </p:txBody>
      </p:sp>
      <p:sp>
        <p:nvSpPr>
          <p:cNvPr id="4" name="Marcador de número de diapositiva 3">
            <a:extLst>
              <a:ext uri="{FF2B5EF4-FFF2-40B4-BE49-F238E27FC236}">
                <a16:creationId xmlns:a16="http://schemas.microsoft.com/office/drawing/2014/main" id="{6C417D72-EE76-A3A3-D4BB-B3FE3071DC37}"/>
              </a:ext>
            </a:extLst>
          </p:cNvPr>
          <p:cNvSpPr>
            <a:spLocks noGrp="1"/>
          </p:cNvSpPr>
          <p:nvPr>
            <p:ph type="sldNum" sz="quarter" idx="5"/>
          </p:nvPr>
        </p:nvSpPr>
        <p:spPr/>
        <p:txBody>
          <a:bodyPr/>
          <a:lstStyle>
            <a:defPPr/>
          </a:lstStyle>
          <a:p>
            <a:fld id="{6A563A80-3268-455E-80FA-7D19987BC693}" type="slidenum">
              <a:rPr lang="es-PE" smtClean="0"/>
              <a:pPr/>
              <a:t>7</a:t>
            </a:fld>
            <a:endParaRPr lang="es-PE"/>
          </a:p>
        </p:txBody>
      </p:sp>
    </p:spTree>
    <p:extLst>
      <p:ext uri="{BB962C8B-B14F-4D97-AF65-F5344CB8AC3E}">
        <p14:creationId xmlns:p14="http://schemas.microsoft.com/office/powerpoint/2010/main" val="1685963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2598E-1C9B-38DE-FBB4-B7AC4402AB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3C106F-1D83-0B74-BA4B-A63418D98C6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1D55068-B255-AB7C-1E74-5A4828AC0BD5}"/>
              </a:ext>
            </a:extLst>
          </p:cNvPr>
          <p:cNvSpPr>
            <a:spLocks noGrp="1"/>
          </p:cNvSpPr>
          <p:nvPr>
            <p:ph type="body" idx="1"/>
          </p:nvPr>
        </p:nvSpPr>
        <p:spPr/>
        <p:txBody>
          <a:bodyPr/>
          <a:lstStyle>
            <a:defPPr/>
          </a:lstStyle>
          <a:p>
            <a:pPr marL="0" marR="0" lvl="0" indent="0" algn="l" defTabSz="914400" rtl="0" eaLnBrk="1" fontAlgn="auto" latinLnBrk="0" hangingPunct="1">
              <a:lnSpc>
                <a:spcPct val="100000"/>
              </a:lnSpc>
              <a:spcBef>
                <a:spcPct val="0"/>
              </a:spcBef>
              <a:spcAft>
                <a:spcPct val="0"/>
              </a:spcAft>
              <a:buClrTx/>
              <a:buSzTx/>
              <a:buFontTx/>
              <a:buNone/>
              <a:defRPr/>
            </a:pPr>
            <a:r>
              <a:rPr lang="en-US"/>
              <a:t>slidesppt.net</a:t>
            </a:r>
          </a:p>
          <a:p>
            <a:endParaRPr lang="es-PE"/>
          </a:p>
        </p:txBody>
      </p:sp>
      <p:sp>
        <p:nvSpPr>
          <p:cNvPr id="4" name="Marcador de número de diapositiva 3">
            <a:extLst>
              <a:ext uri="{FF2B5EF4-FFF2-40B4-BE49-F238E27FC236}">
                <a16:creationId xmlns:a16="http://schemas.microsoft.com/office/drawing/2014/main" id="{1633CEBD-3388-4263-ECBF-39B3299956DB}"/>
              </a:ext>
            </a:extLst>
          </p:cNvPr>
          <p:cNvSpPr>
            <a:spLocks noGrp="1"/>
          </p:cNvSpPr>
          <p:nvPr>
            <p:ph type="sldNum" sz="quarter" idx="5"/>
          </p:nvPr>
        </p:nvSpPr>
        <p:spPr/>
        <p:txBody>
          <a:bodyPr/>
          <a:lstStyle>
            <a:defPPr/>
          </a:lstStyle>
          <a:p>
            <a:fld id="{6A563A80-3268-455E-80FA-7D19987BC693}" type="slidenum">
              <a:rPr lang="es-PE" smtClean="0"/>
              <a:pPr/>
              <a:t>8</a:t>
            </a:fld>
            <a:endParaRPr lang="es-PE"/>
          </a:p>
        </p:txBody>
      </p:sp>
    </p:spTree>
    <p:extLst>
      <p:ext uri="{BB962C8B-B14F-4D97-AF65-F5344CB8AC3E}">
        <p14:creationId xmlns:p14="http://schemas.microsoft.com/office/powerpoint/2010/main" val="4213050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F67F1E8-5F27-F4B2-DCCE-22561EF581DF}"/>
              </a:ext>
            </a:extLst>
          </p:cNvPr>
          <p:cNvSpPr>
            <a:spLocks noGrp="1"/>
          </p:cNvSpPr>
          <p:nvPr>
            <p:ph type="pic" sz="quarter" idx="10"/>
          </p:nvPr>
        </p:nvSpPr>
        <p:spPr>
          <a:xfrm>
            <a:off x="6924675" y="1301811"/>
            <a:ext cx="1965324" cy="1860909"/>
          </a:xfrm>
          <a:custGeom>
            <a:avLst/>
            <a:gdLst>
              <a:gd name="connsiteX0" fmla="*/ 195861 w 1965324"/>
              <a:gd name="connsiteY0" fmla="*/ 0 h 1860909"/>
              <a:gd name="connsiteX1" fmla="*/ 1769463 w 1965324"/>
              <a:gd name="connsiteY1" fmla="*/ 0 h 1860909"/>
              <a:gd name="connsiteX2" fmla="*/ 1965324 w 1965324"/>
              <a:gd name="connsiteY2" fmla="*/ 195861 h 1860909"/>
              <a:gd name="connsiteX3" fmla="*/ 1965324 w 1965324"/>
              <a:gd name="connsiteY3" fmla="*/ 1665048 h 1860909"/>
              <a:gd name="connsiteX4" fmla="*/ 1769463 w 1965324"/>
              <a:gd name="connsiteY4" fmla="*/ 1860909 h 1860909"/>
              <a:gd name="connsiteX5" fmla="*/ 195861 w 1965324"/>
              <a:gd name="connsiteY5" fmla="*/ 1860909 h 1860909"/>
              <a:gd name="connsiteX6" fmla="*/ 0 w 1965324"/>
              <a:gd name="connsiteY6" fmla="*/ 1665048 h 1860909"/>
              <a:gd name="connsiteX7" fmla="*/ 0 w 1965324"/>
              <a:gd name="connsiteY7" fmla="*/ 195861 h 1860909"/>
              <a:gd name="connsiteX8" fmla="*/ 195861 w 1965324"/>
              <a:gd name="connsiteY8" fmla="*/ 0 h 1860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5324" h="1860909">
                <a:moveTo>
                  <a:pt x="195861" y="0"/>
                </a:moveTo>
                <a:lnTo>
                  <a:pt x="1769463" y="0"/>
                </a:lnTo>
                <a:cubicBezTo>
                  <a:pt x="1877634" y="0"/>
                  <a:pt x="1965324" y="87690"/>
                  <a:pt x="1965324" y="195861"/>
                </a:cubicBezTo>
                <a:lnTo>
                  <a:pt x="1965324" y="1665048"/>
                </a:lnTo>
                <a:cubicBezTo>
                  <a:pt x="1965324" y="1773219"/>
                  <a:pt x="1877634" y="1860909"/>
                  <a:pt x="1769463" y="1860909"/>
                </a:cubicBezTo>
                <a:lnTo>
                  <a:pt x="195861" y="1860909"/>
                </a:lnTo>
                <a:cubicBezTo>
                  <a:pt x="87690" y="1860909"/>
                  <a:pt x="0" y="1773219"/>
                  <a:pt x="0" y="1665048"/>
                </a:cubicBezTo>
                <a:lnTo>
                  <a:pt x="0" y="195861"/>
                </a:lnTo>
                <a:cubicBezTo>
                  <a:pt x="0" y="87690"/>
                  <a:pt x="87690" y="0"/>
                  <a:pt x="195861" y="0"/>
                </a:cubicBezTo>
                <a:close/>
              </a:path>
            </a:pathLst>
          </a:custGeom>
        </p:spPr>
        <p:txBody>
          <a:bodyPr wrap="square">
            <a:noAutofit/>
          </a:bodyPr>
          <a:lstStyle>
            <a:defPPr/>
            <a:lvl1pPr>
              <a:defRPr sz="1500">
                <a:latin typeface="Arimo" panose="020B0604020202020204" pitchFamily="34" charset="0"/>
                <a:ea typeface="Arimo" panose="020B0604020202020204" pitchFamily="34" charset="0"/>
                <a:cs typeface="Arimo" panose="020B0604020202020204" pitchFamily="34" charset="0"/>
              </a:defRPr>
            </a:lvl1pPr>
          </a:lstStyle>
          <a:p>
            <a:endParaRPr lang="en-US"/>
          </a:p>
        </p:txBody>
      </p:sp>
    </p:spTree>
    <p:extLst>
      <p:ext uri="{BB962C8B-B14F-4D97-AF65-F5344CB8AC3E}">
        <p14:creationId xmlns:p14="http://schemas.microsoft.com/office/powerpoint/2010/main" val="164557225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7B22049-0C20-644E-75A5-6022D66E27BD}"/>
              </a:ext>
            </a:extLst>
          </p:cNvPr>
          <p:cNvSpPr>
            <a:spLocks noGrp="1"/>
          </p:cNvSpPr>
          <p:nvPr>
            <p:ph type="pic" sz="quarter" idx="10"/>
          </p:nvPr>
        </p:nvSpPr>
        <p:spPr>
          <a:xfrm>
            <a:off x="5537200" y="0"/>
            <a:ext cx="6654800" cy="4813300"/>
          </a:xfrm>
          <a:custGeom>
            <a:avLst/>
            <a:gdLst>
              <a:gd name="connsiteX0" fmla="*/ 0 w 6832600"/>
              <a:gd name="connsiteY0" fmla="*/ 0 h 4813300"/>
              <a:gd name="connsiteX1" fmla="*/ 6832600 w 6832600"/>
              <a:gd name="connsiteY1" fmla="*/ 0 h 4813300"/>
              <a:gd name="connsiteX2" fmla="*/ 6832600 w 6832600"/>
              <a:gd name="connsiteY2" fmla="*/ 4813300 h 4813300"/>
              <a:gd name="connsiteX3" fmla="*/ 0 w 6832600"/>
              <a:gd name="connsiteY3" fmla="*/ 4813300 h 4813300"/>
            </a:gdLst>
            <a:ahLst/>
            <a:cxnLst>
              <a:cxn ang="0">
                <a:pos x="connsiteX0" y="connsiteY0"/>
              </a:cxn>
              <a:cxn ang="0">
                <a:pos x="connsiteX1" y="connsiteY1"/>
              </a:cxn>
              <a:cxn ang="0">
                <a:pos x="connsiteX2" y="connsiteY2"/>
              </a:cxn>
              <a:cxn ang="0">
                <a:pos x="connsiteX3" y="connsiteY3"/>
              </a:cxn>
            </a:cxnLst>
            <a:rect l="l" t="t" r="r" b="b"/>
            <a:pathLst>
              <a:path w="6832600" h="4813300">
                <a:moveTo>
                  <a:pt x="0" y="0"/>
                </a:moveTo>
                <a:lnTo>
                  <a:pt x="6832600" y="0"/>
                </a:lnTo>
                <a:lnTo>
                  <a:pt x="6832600" y="4813300"/>
                </a:lnTo>
                <a:lnTo>
                  <a:pt x="0" y="4813300"/>
                </a:lnTo>
                <a:close/>
              </a:path>
            </a:pathLst>
          </a:custGeom>
        </p:spPr>
        <p:txBody>
          <a:bodyPr wrap="square">
            <a:noAutofit/>
          </a:bodyPr>
          <a:lstStyle>
            <a:defPPr/>
            <a:lvl1pPr>
              <a:defRPr sz="1500">
                <a:latin typeface="Arimo" panose="020B0604020202020204" pitchFamily="34" charset="0"/>
                <a:ea typeface="Arimo" panose="020B0604020202020204" pitchFamily="34" charset="0"/>
                <a:cs typeface="Arimo" panose="020B0604020202020204" pitchFamily="34" charset="0"/>
              </a:defRPr>
            </a:lvl1pPr>
          </a:lstStyle>
          <a:p>
            <a:endParaRPr lang="en-US"/>
          </a:p>
        </p:txBody>
      </p:sp>
    </p:spTree>
    <p:extLst>
      <p:ext uri="{BB962C8B-B14F-4D97-AF65-F5344CB8AC3E}">
        <p14:creationId xmlns:p14="http://schemas.microsoft.com/office/powerpoint/2010/main" val="24956229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E680E5D-2474-FDD7-55D3-56D8ED257082}"/>
              </a:ext>
            </a:extLst>
          </p:cNvPr>
          <p:cNvSpPr>
            <a:spLocks noGrp="1"/>
          </p:cNvSpPr>
          <p:nvPr>
            <p:ph type="pic" sz="quarter" idx="10"/>
          </p:nvPr>
        </p:nvSpPr>
        <p:spPr>
          <a:xfrm>
            <a:off x="7480301" y="1333502"/>
            <a:ext cx="3792758" cy="3936992"/>
          </a:xfrm>
          <a:custGeom>
            <a:avLst/>
            <a:gdLst>
              <a:gd name="connsiteX0" fmla="*/ 0 w 4338857"/>
              <a:gd name="connsiteY0" fmla="*/ 0 h 3251200"/>
              <a:gd name="connsiteX1" fmla="*/ 4338857 w 4338857"/>
              <a:gd name="connsiteY1" fmla="*/ 0 h 3251200"/>
              <a:gd name="connsiteX2" fmla="*/ 4338857 w 4338857"/>
              <a:gd name="connsiteY2" fmla="*/ 3251200 h 3251200"/>
              <a:gd name="connsiteX3" fmla="*/ 0 w 4338857"/>
              <a:gd name="connsiteY3" fmla="*/ 3251200 h 3251200"/>
            </a:gdLst>
            <a:ahLst/>
            <a:cxnLst>
              <a:cxn ang="0">
                <a:pos x="connsiteX0" y="connsiteY0"/>
              </a:cxn>
              <a:cxn ang="0">
                <a:pos x="connsiteX1" y="connsiteY1"/>
              </a:cxn>
              <a:cxn ang="0">
                <a:pos x="connsiteX2" y="connsiteY2"/>
              </a:cxn>
              <a:cxn ang="0">
                <a:pos x="connsiteX3" y="connsiteY3"/>
              </a:cxn>
            </a:cxnLst>
            <a:rect l="l" t="t" r="r" b="b"/>
            <a:pathLst>
              <a:path w="4338857" h="3251200">
                <a:moveTo>
                  <a:pt x="0" y="0"/>
                </a:moveTo>
                <a:lnTo>
                  <a:pt x="4338857" y="0"/>
                </a:lnTo>
                <a:lnTo>
                  <a:pt x="4338857" y="3251200"/>
                </a:lnTo>
                <a:lnTo>
                  <a:pt x="0" y="3251200"/>
                </a:lnTo>
                <a:close/>
              </a:path>
            </a:pathLst>
          </a:custGeom>
        </p:spPr>
        <p:txBody>
          <a:bodyPr wrap="square">
            <a:noAutofit/>
          </a:bodyPr>
          <a:lstStyle>
            <a:defPPr/>
            <a:lvl1pPr>
              <a:defRPr sz="1500">
                <a:latin typeface="Arimo" panose="020B0604020202020204" pitchFamily="34" charset="0"/>
                <a:ea typeface="Arimo" panose="020B0604020202020204" pitchFamily="34" charset="0"/>
                <a:cs typeface="Arimo" panose="020B0604020202020204" pitchFamily="34" charset="0"/>
              </a:defRPr>
            </a:lvl1pPr>
          </a:lstStyle>
          <a:p>
            <a:endParaRPr lang="en-US"/>
          </a:p>
        </p:txBody>
      </p:sp>
    </p:spTree>
    <p:extLst>
      <p:ext uri="{BB962C8B-B14F-4D97-AF65-F5344CB8AC3E}">
        <p14:creationId xmlns:p14="http://schemas.microsoft.com/office/powerpoint/2010/main" val="146185924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39885D0-531E-75BF-3E02-9EB169D768C4}"/>
              </a:ext>
            </a:extLst>
          </p:cNvPr>
          <p:cNvSpPr>
            <a:spLocks noGrp="1"/>
          </p:cNvSpPr>
          <p:nvPr>
            <p:ph type="pic" sz="quarter" idx="11"/>
          </p:nvPr>
        </p:nvSpPr>
        <p:spPr>
          <a:xfrm>
            <a:off x="2417544" y="0"/>
            <a:ext cx="2032000" cy="1447800"/>
          </a:xfrm>
          <a:custGeom>
            <a:avLst/>
            <a:gdLst>
              <a:gd name="connsiteX0" fmla="*/ 0 w 2032000"/>
              <a:gd name="connsiteY0" fmla="*/ 0 h 1447800"/>
              <a:gd name="connsiteX1" fmla="*/ 2032000 w 2032000"/>
              <a:gd name="connsiteY1" fmla="*/ 0 h 1447800"/>
              <a:gd name="connsiteX2" fmla="*/ 2032000 w 2032000"/>
              <a:gd name="connsiteY2" fmla="*/ 1447800 h 1447800"/>
              <a:gd name="connsiteX3" fmla="*/ 0 w 2032000"/>
              <a:gd name="connsiteY3" fmla="*/ 1447800 h 1447800"/>
            </a:gdLst>
            <a:ahLst/>
            <a:cxnLst>
              <a:cxn ang="0">
                <a:pos x="connsiteX0" y="connsiteY0"/>
              </a:cxn>
              <a:cxn ang="0">
                <a:pos x="connsiteX1" y="connsiteY1"/>
              </a:cxn>
              <a:cxn ang="0">
                <a:pos x="connsiteX2" y="connsiteY2"/>
              </a:cxn>
              <a:cxn ang="0">
                <a:pos x="connsiteX3" y="connsiteY3"/>
              </a:cxn>
            </a:cxnLst>
            <a:rect l="l" t="t" r="r" b="b"/>
            <a:pathLst>
              <a:path w="2032000" h="1447800">
                <a:moveTo>
                  <a:pt x="0" y="0"/>
                </a:moveTo>
                <a:lnTo>
                  <a:pt x="2032000" y="0"/>
                </a:lnTo>
                <a:lnTo>
                  <a:pt x="2032000" y="1447800"/>
                </a:lnTo>
                <a:lnTo>
                  <a:pt x="0" y="1447800"/>
                </a:lnTo>
                <a:close/>
              </a:path>
            </a:pathLst>
          </a:custGeom>
        </p:spPr>
        <p:txBody>
          <a:bodyPr wrap="square">
            <a:noAutofit/>
          </a:bodyPr>
          <a:lstStyle>
            <a:defPPr/>
            <a:lvl1pPr>
              <a:defRPr sz="1500">
                <a:latin typeface="Arimo" panose="020B0604020202020204" pitchFamily="34" charset="0"/>
                <a:ea typeface="Arimo" panose="020B0604020202020204" pitchFamily="34" charset="0"/>
                <a:cs typeface="Arimo" panose="020B0604020202020204" pitchFamily="34" charset="0"/>
              </a:defRPr>
            </a:lvl1pPr>
          </a:lstStyle>
          <a:p>
            <a:endParaRPr lang="en-US"/>
          </a:p>
        </p:txBody>
      </p:sp>
      <p:sp>
        <p:nvSpPr>
          <p:cNvPr id="7" name="Picture Placeholder 6">
            <a:extLst>
              <a:ext uri="{FF2B5EF4-FFF2-40B4-BE49-F238E27FC236}">
                <a16:creationId xmlns:a16="http://schemas.microsoft.com/office/drawing/2014/main" id="{8F9D8052-24E1-CAF6-7D3E-67C42AE5BB1B}"/>
              </a:ext>
            </a:extLst>
          </p:cNvPr>
          <p:cNvSpPr>
            <a:spLocks noGrp="1"/>
          </p:cNvSpPr>
          <p:nvPr>
            <p:ph type="pic" sz="quarter" idx="10"/>
          </p:nvPr>
        </p:nvSpPr>
        <p:spPr>
          <a:xfrm>
            <a:off x="6313269" y="1521695"/>
            <a:ext cx="3362544" cy="2730492"/>
          </a:xfrm>
          <a:custGeom>
            <a:avLst/>
            <a:gdLst>
              <a:gd name="connsiteX0" fmla="*/ 0 w 3362544"/>
              <a:gd name="connsiteY0" fmla="*/ 0 h 2730492"/>
              <a:gd name="connsiteX1" fmla="*/ 3362544 w 3362544"/>
              <a:gd name="connsiteY1" fmla="*/ 0 h 2730492"/>
              <a:gd name="connsiteX2" fmla="*/ 3362544 w 3362544"/>
              <a:gd name="connsiteY2" fmla="*/ 2730492 h 2730492"/>
              <a:gd name="connsiteX3" fmla="*/ 0 w 3362544"/>
              <a:gd name="connsiteY3" fmla="*/ 2730492 h 2730492"/>
            </a:gdLst>
            <a:ahLst/>
            <a:cxnLst>
              <a:cxn ang="0">
                <a:pos x="connsiteX0" y="connsiteY0"/>
              </a:cxn>
              <a:cxn ang="0">
                <a:pos x="connsiteX1" y="connsiteY1"/>
              </a:cxn>
              <a:cxn ang="0">
                <a:pos x="connsiteX2" y="connsiteY2"/>
              </a:cxn>
              <a:cxn ang="0">
                <a:pos x="connsiteX3" y="connsiteY3"/>
              </a:cxn>
            </a:cxnLst>
            <a:rect l="l" t="t" r="r" b="b"/>
            <a:pathLst>
              <a:path w="3362544" h="2730492">
                <a:moveTo>
                  <a:pt x="0" y="0"/>
                </a:moveTo>
                <a:lnTo>
                  <a:pt x="3362544" y="0"/>
                </a:lnTo>
                <a:lnTo>
                  <a:pt x="3362544" y="2730492"/>
                </a:lnTo>
                <a:lnTo>
                  <a:pt x="0" y="2730492"/>
                </a:lnTo>
                <a:close/>
              </a:path>
            </a:pathLst>
          </a:custGeom>
        </p:spPr>
        <p:txBody>
          <a:bodyPr wrap="square">
            <a:noAutofit/>
          </a:bodyPr>
          <a:lstStyle>
            <a:defPPr/>
            <a:lvl1pPr>
              <a:defRPr sz="1500">
                <a:latin typeface="Arimo" panose="020B0604020202020204" pitchFamily="34" charset="0"/>
                <a:ea typeface="Arimo" panose="020B0604020202020204" pitchFamily="34" charset="0"/>
                <a:cs typeface="Arimo" panose="020B0604020202020204" pitchFamily="34" charset="0"/>
              </a:defRPr>
            </a:lvl1pPr>
          </a:lstStyle>
          <a:p>
            <a:endParaRPr lang="en-US"/>
          </a:p>
        </p:txBody>
      </p:sp>
    </p:spTree>
    <p:extLst>
      <p:ext uri="{BB962C8B-B14F-4D97-AF65-F5344CB8AC3E}">
        <p14:creationId xmlns:p14="http://schemas.microsoft.com/office/powerpoint/2010/main" val="262881881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D2B460F-5749-F45E-1599-BDB644267089}"/>
              </a:ext>
            </a:extLst>
          </p:cNvPr>
          <p:cNvSpPr>
            <a:spLocks noGrp="1"/>
          </p:cNvSpPr>
          <p:nvPr>
            <p:ph type="pic" sz="quarter" idx="10"/>
          </p:nvPr>
        </p:nvSpPr>
        <p:spPr>
          <a:xfrm>
            <a:off x="7188201" y="1649655"/>
            <a:ext cx="4002314" cy="4228578"/>
          </a:xfrm>
          <a:custGeom>
            <a:avLst/>
            <a:gdLst>
              <a:gd name="connsiteX0" fmla="*/ 0 w 4002314"/>
              <a:gd name="connsiteY0" fmla="*/ 0 h 4228578"/>
              <a:gd name="connsiteX1" fmla="*/ 4002314 w 4002314"/>
              <a:gd name="connsiteY1" fmla="*/ 0 h 4228578"/>
              <a:gd name="connsiteX2" fmla="*/ 4002314 w 4002314"/>
              <a:gd name="connsiteY2" fmla="*/ 4228578 h 4228578"/>
              <a:gd name="connsiteX3" fmla="*/ 0 w 4002314"/>
              <a:gd name="connsiteY3" fmla="*/ 4228578 h 4228578"/>
            </a:gdLst>
            <a:ahLst/>
            <a:cxnLst>
              <a:cxn ang="0">
                <a:pos x="connsiteX0" y="connsiteY0"/>
              </a:cxn>
              <a:cxn ang="0">
                <a:pos x="connsiteX1" y="connsiteY1"/>
              </a:cxn>
              <a:cxn ang="0">
                <a:pos x="connsiteX2" y="connsiteY2"/>
              </a:cxn>
              <a:cxn ang="0">
                <a:pos x="connsiteX3" y="connsiteY3"/>
              </a:cxn>
            </a:cxnLst>
            <a:rect l="l" t="t" r="r" b="b"/>
            <a:pathLst>
              <a:path w="4002313" h="4228578">
                <a:moveTo>
                  <a:pt x="0" y="0"/>
                </a:moveTo>
                <a:lnTo>
                  <a:pt x="4002314" y="0"/>
                </a:lnTo>
                <a:lnTo>
                  <a:pt x="4002314" y="4228578"/>
                </a:lnTo>
                <a:lnTo>
                  <a:pt x="0" y="4228578"/>
                </a:lnTo>
                <a:close/>
              </a:path>
            </a:pathLst>
          </a:custGeom>
        </p:spPr>
        <p:txBody>
          <a:bodyPr wrap="square">
            <a:noAutofit/>
          </a:bodyPr>
          <a:lstStyle>
            <a:defPPr/>
            <a:lvl1pPr>
              <a:defRPr sz="1500">
                <a:latin typeface="Arimo" panose="020B0604020202020204" pitchFamily="34" charset="0"/>
                <a:ea typeface="Arimo" panose="020B0604020202020204" pitchFamily="34" charset="0"/>
                <a:cs typeface="Arimo" panose="020B0604020202020204" pitchFamily="34" charset="0"/>
              </a:defRPr>
            </a:lvl1pPr>
          </a:lstStyle>
          <a:p>
            <a:endParaRPr lang="en-US"/>
          </a:p>
        </p:txBody>
      </p:sp>
    </p:spTree>
    <p:extLst>
      <p:ext uri="{BB962C8B-B14F-4D97-AF65-F5344CB8AC3E}">
        <p14:creationId xmlns:p14="http://schemas.microsoft.com/office/powerpoint/2010/main" val="422256946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A6CE9D0-A37C-F9C3-968A-7695CC9D8B88}"/>
              </a:ext>
            </a:extLst>
          </p:cNvPr>
          <p:cNvSpPr>
            <a:spLocks noGrp="1"/>
          </p:cNvSpPr>
          <p:nvPr>
            <p:ph type="pic" sz="quarter" idx="10"/>
          </p:nvPr>
        </p:nvSpPr>
        <p:spPr>
          <a:xfrm>
            <a:off x="2209800" y="1022350"/>
            <a:ext cx="4356100" cy="4813300"/>
          </a:xfrm>
          <a:custGeom>
            <a:avLst/>
            <a:gdLst>
              <a:gd name="connsiteX0" fmla="*/ 0 w 4356100"/>
              <a:gd name="connsiteY0" fmla="*/ 0 h 4813300"/>
              <a:gd name="connsiteX1" fmla="*/ 4356100 w 4356100"/>
              <a:gd name="connsiteY1" fmla="*/ 0 h 4813300"/>
              <a:gd name="connsiteX2" fmla="*/ 4356100 w 4356100"/>
              <a:gd name="connsiteY2" fmla="*/ 4813300 h 4813300"/>
              <a:gd name="connsiteX3" fmla="*/ 0 w 4356100"/>
              <a:gd name="connsiteY3" fmla="*/ 4813300 h 4813300"/>
            </a:gdLst>
            <a:ahLst/>
            <a:cxnLst>
              <a:cxn ang="0">
                <a:pos x="connsiteX0" y="connsiteY0"/>
              </a:cxn>
              <a:cxn ang="0">
                <a:pos x="connsiteX1" y="connsiteY1"/>
              </a:cxn>
              <a:cxn ang="0">
                <a:pos x="connsiteX2" y="connsiteY2"/>
              </a:cxn>
              <a:cxn ang="0">
                <a:pos x="connsiteX3" y="connsiteY3"/>
              </a:cxn>
            </a:cxnLst>
            <a:rect l="l" t="t" r="r" b="b"/>
            <a:pathLst>
              <a:path w="4356100" h="4813300">
                <a:moveTo>
                  <a:pt x="0" y="0"/>
                </a:moveTo>
                <a:lnTo>
                  <a:pt x="4356100" y="0"/>
                </a:lnTo>
                <a:lnTo>
                  <a:pt x="4356100" y="4813300"/>
                </a:lnTo>
                <a:lnTo>
                  <a:pt x="0" y="4813300"/>
                </a:lnTo>
                <a:close/>
              </a:path>
            </a:pathLst>
          </a:custGeom>
        </p:spPr>
        <p:txBody>
          <a:bodyPr wrap="square">
            <a:noAutofit/>
          </a:bodyPr>
          <a:lstStyle>
            <a:defPPr/>
            <a:lvl1pPr>
              <a:defRPr sz="1500">
                <a:latin typeface="Arimo" panose="020B0604020202020204" pitchFamily="34" charset="0"/>
                <a:ea typeface="Arimo" panose="020B0604020202020204" pitchFamily="34" charset="0"/>
                <a:cs typeface="Arimo" panose="020B0604020202020204" pitchFamily="34" charset="0"/>
              </a:defRPr>
            </a:lvl1pPr>
          </a:lstStyle>
          <a:p>
            <a:endParaRPr lang="en-US"/>
          </a:p>
        </p:txBody>
      </p:sp>
    </p:spTree>
    <p:extLst>
      <p:ext uri="{BB962C8B-B14F-4D97-AF65-F5344CB8AC3E}">
        <p14:creationId xmlns:p14="http://schemas.microsoft.com/office/powerpoint/2010/main" val="30902784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927B7CC-7E46-20CA-4EDE-B4ED74200979}"/>
              </a:ext>
            </a:extLst>
          </p:cNvPr>
          <p:cNvSpPr>
            <a:spLocks noGrp="1"/>
          </p:cNvSpPr>
          <p:nvPr>
            <p:ph type="pic" sz="quarter" idx="10"/>
          </p:nvPr>
        </p:nvSpPr>
        <p:spPr>
          <a:xfrm>
            <a:off x="6991593" y="1668815"/>
            <a:ext cx="2733146" cy="2823523"/>
          </a:xfrm>
          <a:custGeom>
            <a:avLst/>
            <a:gdLst>
              <a:gd name="connsiteX0" fmla="*/ 0 w 2733146"/>
              <a:gd name="connsiteY0" fmla="*/ 0 h 2609273"/>
              <a:gd name="connsiteX1" fmla="*/ 2733146 w 2733146"/>
              <a:gd name="connsiteY1" fmla="*/ 0 h 2609273"/>
              <a:gd name="connsiteX2" fmla="*/ 2733146 w 2733146"/>
              <a:gd name="connsiteY2" fmla="*/ 2609273 h 2609273"/>
              <a:gd name="connsiteX3" fmla="*/ 0 w 2733146"/>
              <a:gd name="connsiteY3" fmla="*/ 2609273 h 2609273"/>
            </a:gdLst>
            <a:ahLst/>
            <a:cxnLst>
              <a:cxn ang="0">
                <a:pos x="connsiteX0" y="connsiteY0"/>
              </a:cxn>
              <a:cxn ang="0">
                <a:pos x="connsiteX1" y="connsiteY1"/>
              </a:cxn>
              <a:cxn ang="0">
                <a:pos x="connsiteX2" y="connsiteY2"/>
              </a:cxn>
              <a:cxn ang="0">
                <a:pos x="connsiteX3" y="connsiteY3"/>
              </a:cxn>
            </a:cxnLst>
            <a:rect l="l" t="t" r="r" b="b"/>
            <a:pathLst>
              <a:path w="2733146" h="2609273">
                <a:moveTo>
                  <a:pt x="0" y="0"/>
                </a:moveTo>
                <a:lnTo>
                  <a:pt x="2733146" y="0"/>
                </a:lnTo>
                <a:lnTo>
                  <a:pt x="2733146" y="2609273"/>
                </a:lnTo>
                <a:lnTo>
                  <a:pt x="0" y="2609273"/>
                </a:lnTo>
                <a:close/>
              </a:path>
            </a:pathLst>
          </a:custGeom>
        </p:spPr>
        <p:txBody>
          <a:bodyPr wrap="square">
            <a:noAutofit/>
          </a:bodyPr>
          <a:lstStyle>
            <a:defPPr/>
            <a:lvl1pPr>
              <a:defRPr sz="1500">
                <a:latin typeface="Arimo" panose="020B0604020202020204" pitchFamily="34" charset="0"/>
                <a:ea typeface="Arimo" panose="020B0604020202020204" pitchFamily="34" charset="0"/>
                <a:cs typeface="Arimo" panose="020B0604020202020204" pitchFamily="34" charset="0"/>
              </a:defRPr>
            </a:lvl1pPr>
          </a:lstStyle>
          <a:p>
            <a:endParaRPr lang="en-US"/>
          </a:p>
        </p:txBody>
      </p:sp>
    </p:spTree>
    <p:extLst>
      <p:ext uri="{BB962C8B-B14F-4D97-AF65-F5344CB8AC3E}">
        <p14:creationId xmlns:p14="http://schemas.microsoft.com/office/powerpoint/2010/main" val="343817345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3C071C1-3A64-8F6A-477E-243919765DDB}"/>
              </a:ext>
            </a:extLst>
          </p:cNvPr>
          <p:cNvSpPr>
            <a:spLocks noGrp="1"/>
          </p:cNvSpPr>
          <p:nvPr>
            <p:ph type="pic" sz="quarter" idx="10" hasCustomPrompt="1"/>
          </p:nvPr>
        </p:nvSpPr>
        <p:spPr>
          <a:xfrm>
            <a:off x="2680997" y="749246"/>
            <a:ext cx="8692290" cy="4924081"/>
          </a:xfrm>
          <a:custGeom>
            <a:avLst/>
            <a:gdLst>
              <a:gd name="connsiteX0" fmla="*/ 0 w 8692290"/>
              <a:gd name="connsiteY0" fmla="*/ 0 h 4924081"/>
              <a:gd name="connsiteX1" fmla="*/ 8692290 w 8692290"/>
              <a:gd name="connsiteY1" fmla="*/ 0 h 4924081"/>
              <a:gd name="connsiteX2" fmla="*/ 8692290 w 8692290"/>
              <a:gd name="connsiteY2" fmla="*/ 4924081 h 4924081"/>
              <a:gd name="connsiteX3" fmla="*/ 0 w 8692290"/>
              <a:gd name="connsiteY3" fmla="*/ 4924081 h 4924081"/>
            </a:gdLst>
            <a:ahLst/>
            <a:cxnLst>
              <a:cxn ang="0">
                <a:pos x="connsiteX0" y="connsiteY0"/>
              </a:cxn>
              <a:cxn ang="0">
                <a:pos x="connsiteX1" y="connsiteY1"/>
              </a:cxn>
              <a:cxn ang="0">
                <a:pos x="connsiteX2" y="connsiteY2"/>
              </a:cxn>
              <a:cxn ang="0">
                <a:pos x="connsiteX3" y="connsiteY3"/>
              </a:cxn>
            </a:cxnLst>
            <a:rect l="l" t="t" r="r" b="b"/>
            <a:pathLst>
              <a:path w="8692290" h="4924081">
                <a:moveTo>
                  <a:pt x="0" y="0"/>
                </a:moveTo>
                <a:lnTo>
                  <a:pt x="8692290" y="0"/>
                </a:lnTo>
                <a:lnTo>
                  <a:pt x="8692290" y="4924081"/>
                </a:lnTo>
                <a:lnTo>
                  <a:pt x="0" y="4924081"/>
                </a:lnTo>
                <a:close/>
              </a:path>
            </a:pathLst>
          </a:custGeom>
        </p:spPr>
        <p:txBody>
          <a:bodyPr wrap="square">
            <a:noAutofit/>
          </a:bodyPr>
          <a:lstStyle>
            <a:defPPr/>
            <a:lvl1pPr marL="0" indent="0" algn="ctr">
              <a:buFontTx/>
              <a:buNone/>
              <a:defRPr sz="1500">
                <a:latin typeface="Arimo" panose="020B0604020202020204" pitchFamily="34" charset="0"/>
                <a:ea typeface="Arimo" panose="020B0604020202020204" pitchFamily="34" charset="0"/>
                <a:cs typeface="Arimo" panose="020B0604020202020204" pitchFamily="34" charset="0"/>
              </a:defRPr>
            </a:lvl1pPr>
          </a:lstStyle>
          <a:p>
            <a:r>
              <a:rPr lang="en-US"/>
              <a:t>Picture</a:t>
            </a:r>
          </a:p>
        </p:txBody>
      </p:sp>
    </p:spTree>
    <p:extLst>
      <p:ext uri="{BB962C8B-B14F-4D97-AF65-F5344CB8AC3E}">
        <p14:creationId xmlns:p14="http://schemas.microsoft.com/office/powerpoint/2010/main" val="178461665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1E7392E-ECC7-E9B7-69BB-F7F891F1DEA3}"/>
              </a:ext>
            </a:extLst>
          </p:cNvPr>
          <p:cNvSpPr>
            <a:spLocks noGrp="1"/>
          </p:cNvSpPr>
          <p:nvPr>
            <p:ph type="pic" sz="quarter" idx="11" hasCustomPrompt="1"/>
          </p:nvPr>
        </p:nvSpPr>
        <p:spPr>
          <a:xfrm>
            <a:off x="8550728" y="1308100"/>
            <a:ext cx="3060311" cy="2209800"/>
          </a:xfrm>
          <a:custGeom>
            <a:avLst/>
            <a:gdLst>
              <a:gd name="connsiteX0" fmla="*/ 0 w 3060311"/>
              <a:gd name="connsiteY0" fmla="*/ 0 h 2209800"/>
              <a:gd name="connsiteX1" fmla="*/ 3060311 w 3060311"/>
              <a:gd name="connsiteY1" fmla="*/ 0 h 2209800"/>
              <a:gd name="connsiteX2" fmla="*/ 3060311 w 3060311"/>
              <a:gd name="connsiteY2" fmla="*/ 2209800 h 2209800"/>
              <a:gd name="connsiteX3" fmla="*/ 0 w 3060311"/>
              <a:gd name="connsiteY3" fmla="*/ 2209800 h 2209800"/>
            </a:gdLst>
            <a:ahLst/>
            <a:cxnLst>
              <a:cxn ang="0">
                <a:pos x="connsiteX0" y="connsiteY0"/>
              </a:cxn>
              <a:cxn ang="0">
                <a:pos x="connsiteX1" y="connsiteY1"/>
              </a:cxn>
              <a:cxn ang="0">
                <a:pos x="connsiteX2" y="connsiteY2"/>
              </a:cxn>
              <a:cxn ang="0">
                <a:pos x="connsiteX3" y="connsiteY3"/>
              </a:cxn>
            </a:cxnLst>
            <a:rect l="l" t="t" r="r" b="b"/>
            <a:pathLst>
              <a:path w="3060311" h="2209800">
                <a:moveTo>
                  <a:pt x="0" y="0"/>
                </a:moveTo>
                <a:lnTo>
                  <a:pt x="3060311" y="0"/>
                </a:lnTo>
                <a:lnTo>
                  <a:pt x="3060311" y="2209800"/>
                </a:lnTo>
                <a:lnTo>
                  <a:pt x="0" y="2209800"/>
                </a:lnTo>
                <a:close/>
              </a:path>
            </a:pathLst>
          </a:custGeom>
        </p:spPr>
        <p:txBody>
          <a:bodyPr wrap="square">
            <a:noAutofit/>
          </a:bodyPr>
          <a:lstStyle>
            <a:defPPr/>
            <a:lvl1pPr marL="0" indent="0" algn="ctr">
              <a:buFontTx/>
              <a:buNone/>
              <a:defRPr sz="1500">
                <a:latin typeface="Arimo" panose="020B0604020202020204" pitchFamily="34" charset="0"/>
                <a:ea typeface="Arimo" panose="020B0604020202020204" pitchFamily="34" charset="0"/>
                <a:cs typeface="Arimo" panose="020B0604020202020204" pitchFamily="34" charset="0"/>
              </a:defRPr>
            </a:lvl1pPr>
          </a:lstStyle>
          <a:p>
            <a:r>
              <a:rPr lang="en-US"/>
              <a:t>Picture</a:t>
            </a:r>
          </a:p>
        </p:txBody>
      </p:sp>
      <p:sp>
        <p:nvSpPr>
          <p:cNvPr id="5" name="Picture Placeholder 4">
            <a:extLst>
              <a:ext uri="{FF2B5EF4-FFF2-40B4-BE49-F238E27FC236}">
                <a16:creationId xmlns:a16="http://schemas.microsoft.com/office/drawing/2014/main" id="{FD6F5605-079C-90AF-F160-F26E72AA833E}"/>
              </a:ext>
            </a:extLst>
          </p:cNvPr>
          <p:cNvSpPr>
            <a:spLocks noGrp="1"/>
          </p:cNvSpPr>
          <p:nvPr>
            <p:ph type="pic" sz="quarter" idx="10" hasCustomPrompt="1"/>
          </p:nvPr>
        </p:nvSpPr>
        <p:spPr>
          <a:xfrm>
            <a:off x="4956630" y="1308100"/>
            <a:ext cx="3060311" cy="2209800"/>
          </a:xfrm>
          <a:custGeom>
            <a:avLst/>
            <a:gdLst>
              <a:gd name="connsiteX0" fmla="*/ 0 w 3060311"/>
              <a:gd name="connsiteY0" fmla="*/ 0 h 2209800"/>
              <a:gd name="connsiteX1" fmla="*/ 3060311 w 3060311"/>
              <a:gd name="connsiteY1" fmla="*/ 0 h 2209800"/>
              <a:gd name="connsiteX2" fmla="*/ 3060311 w 3060311"/>
              <a:gd name="connsiteY2" fmla="*/ 2209800 h 2209800"/>
              <a:gd name="connsiteX3" fmla="*/ 0 w 3060311"/>
              <a:gd name="connsiteY3" fmla="*/ 2209800 h 2209800"/>
            </a:gdLst>
            <a:ahLst/>
            <a:cxnLst>
              <a:cxn ang="0">
                <a:pos x="connsiteX0" y="connsiteY0"/>
              </a:cxn>
              <a:cxn ang="0">
                <a:pos x="connsiteX1" y="connsiteY1"/>
              </a:cxn>
              <a:cxn ang="0">
                <a:pos x="connsiteX2" y="connsiteY2"/>
              </a:cxn>
              <a:cxn ang="0">
                <a:pos x="connsiteX3" y="connsiteY3"/>
              </a:cxn>
            </a:cxnLst>
            <a:rect l="l" t="t" r="r" b="b"/>
            <a:pathLst>
              <a:path w="3060311" h="2209800">
                <a:moveTo>
                  <a:pt x="0" y="0"/>
                </a:moveTo>
                <a:lnTo>
                  <a:pt x="3060311" y="0"/>
                </a:lnTo>
                <a:lnTo>
                  <a:pt x="3060311" y="2209800"/>
                </a:lnTo>
                <a:lnTo>
                  <a:pt x="0" y="2209800"/>
                </a:lnTo>
                <a:close/>
              </a:path>
            </a:pathLst>
          </a:custGeom>
        </p:spPr>
        <p:txBody>
          <a:bodyPr wrap="square">
            <a:noAutofit/>
          </a:bodyPr>
          <a:lstStyle>
            <a:defPPr/>
            <a:lvl1pPr marL="0" indent="0" algn="ctr">
              <a:buFontTx/>
              <a:buNone/>
              <a:defRPr sz="1500">
                <a:latin typeface="Arimo" panose="020B0604020202020204" pitchFamily="34" charset="0"/>
                <a:ea typeface="Arimo" panose="020B0604020202020204" pitchFamily="34" charset="0"/>
                <a:cs typeface="Arimo" panose="020B0604020202020204" pitchFamily="34" charset="0"/>
              </a:defRPr>
            </a:lvl1pPr>
          </a:lstStyle>
          <a:p>
            <a:r>
              <a:rPr lang="en-US"/>
              <a:t>Picture</a:t>
            </a:r>
          </a:p>
        </p:txBody>
      </p:sp>
    </p:spTree>
    <p:extLst>
      <p:ext uri="{BB962C8B-B14F-4D97-AF65-F5344CB8AC3E}">
        <p14:creationId xmlns:p14="http://schemas.microsoft.com/office/powerpoint/2010/main" val="136165190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FD5407A-EF19-3E66-86D0-7CFEB233F02D}"/>
              </a:ext>
            </a:extLst>
          </p:cNvPr>
          <p:cNvSpPr>
            <a:spLocks noGrp="1"/>
          </p:cNvSpPr>
          <p:nvPr>
            <p:ph type="pic" sz="quarter" idx="10" hasCustomPrompt="1"/>
          </p:nvPr>
        </p:nvSpPr>
        <p:spPr>
          <a:xfrm>
            <a:off x="1582058" y="2119086"/>
            <a:ext cx="2743200" cy="2307771"/>
          </a:xfrm>
          <a:custGeom>
            <a:avLst/>
            <a:gdLst>
              <a:gd name="connsiteX0" fmla="*/ 0 w 2743200"/>
              <a:gd name="connsiteY0" fmla="*/ 0 h 2307771"/>
              <a:gd name="connsiteX1" fmla="*/ 2743200 w 2743200"/>
              <a:gd name="connsiteY1" fmla="*/ 0 h 2307771"/>
              <a:gd name="connsiteX2" fmla="*/ 2743200 w 2743200"/>
              <a:gd name="connsiteY2" fmla="*/ 2307771 h 2307771"/>
              <a:gd name="connsiteX3" fmla="*/ 0 w 2743200"/>
              <a:gd name="connsiteY3" fmla="*/ 2307771 h 2307771"/>
            </a:gdLst>
            <a:ahLst/>
            <a:cxnLst>
              <a:cxn ang="0">
                <a:pos x="connsiteX0" y="connsiteY0"/>
              </a:cxn>
              <a:cxn ang="0">
                <a:pos x="connsiteX1" y="connsiteY1"/>
              </a:cxn>
              <a:cxn ang="0">
                <a:pos x="connsiteX2" y="connsiteY2"/>
              </a:cxn>
              <a:cxn ang="0">
                <a:pos x="connsiteX3" y="connsiteY3"/>
              </a:cxn>
            </a:cxnLst>
            <a:rect l="l" t="t" r="r" b="b"/>
            <a:pathLst>
              <a:path w="2743200" h="2307771">
                <a:moveTo>
                  <a:pt x="0" y="0"/>
                </a:moveTo>
                <a:lnTo>
                  <a:pt x="2743200" y="0"/>
                </a:lnTo>
                <a:lnTo>
                  <a:pt x="2743200" y="2307771"/>
                </a:lnTo>
                <a:lnTo>
                  <a:pt x="0" y="2307771"/>
                </a:lnTo>
                <a:close/>
              </a:path>
            </a:pathLst>
          </a:custGeom>
        </p:spPr>
        <p:txBody>
          <a:bodyPr wrap="square">
            <a:noAutofit/>
          </a:bodyPr>
          <a:lstStyle>
            <a:defPPr/>
            <a:lvl1pPr marL="0" indent="0" algn="ctr">
              <a:buFontTx/>
              <a:buNone/>
              <a:defRPr sz="1500">
                <a:latin typeface="Arimo" panose="020B0604020202020204" pitchFamily="34" charset="0"/>
                <a:ea typeface="Arimo" panose="020B0604020202020204" pitchFamily="34" charset="0"/>
                <a:cs typeface="Arimo" panose="020B0604020202020204" pitchFamily="34" charset="0"/>
              </a:defRPr>
            </a:lvl1pPr>
          </a:lstStyle>
          <a:p>
            <a:r>
              <a:rPr lang="en-US"/>
              <a:t>Picture</a:t>
            </a:r>
          </a:p>
        </p:txBody>
      </p:sp>
    </p:spTree>
    <p:extLst>
      <p:ext uri="{BB962C8B-B14F-4D97-AF65-F5344CB8AC3E}">
        <p14:creationId xmlns:p14="http://schemas.microsoft.com/office/powerpoint/2010/main" val="423492133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99E560-D947-EA3F-609C-1A7508EA5C43}"/>
              </a:ext>
            </a:extLst>
          </p:cNvPr>
          <p:cNvSpPr>
            <a:spLocks noGrp="1"/>
          </p:cNvSpPr>
          <p:nvPr>
            <p:ph type="pic" sz="quarter" idx="10" hasCustomPrompt="1"/>
          </p:nvPr>
        </p:nvSpPr>
        <p:spPr>
          <a:xfrm>
            <a:off x="0" y="0"/>
            <a:ext cx="12192000" cy="6858000"/>
          </a:xfrm>
          <a:custGeom>
            <a:avLst/>
            <a:gdLst>
              <a:gd name="connsiteX0" fmla="*/ 0 w 2743200"/>
              <a:gd name="connsiteY0" fmla="*/ 0 h 2307771"/>
              <a:gd name="connsiteX1" fmla="*/ 2743200 w 2743200"/>
              <a:gd name="connsiteY1" fmla="*/ 0 h 2307771"/>
              <a:gd name="connsiteX2" fmla="*/ 2743200 w 2743200"/>
              <a:gd name="connsiteY2" fmla="*/ 2307771 h 2307771"/>
              <a:gd name="connsiteX3" fmla="*/ 0 w 2743200"/>
              <a:gd name="connsiteY3" fmla="*/ 2307771 h 2307771"/>
            </a:gdLst>
            <a:ahLst/>
            <a:cxnLst>
              <a:cxn ang="0">
                <a:pos x="connsiteX0" y="connsiteY0"/>
              </a:cxn>
              <a:cxn ang="0">
                <a:pos x="connsiteX1" y="connsiteY1"/>
              </a:cxn>
              <a:cxn ang="0">
                <a:pos x="connsiteX2" y="connsiteY2"/>
              </a:cxn>
              <a:cxn ang="0">
                <a:pos x="connsiteX3" y="connsiteY3"/>
              </a:cxn>
            </a:cxnLst>
            <a:rect l="l" t="t" r="r" b="b"/>
            <a:pathLst>
              <a:path w="2743200" h="2307771">
                <a:moveTo>
                  <a:pt x="0" y="0"/>
                </a:moveTo>
                <a:lnTo>
                  <a:pt x="2743200" y="0"/>
                </a:lnTo>
                <a:lnTo>
                  <a:pt x="2743200" y="2307771"/>
                </a:lnTo>
                <a:lnTo>
                  <a:pt x="0" y="2307771"/>
                </a:lnTo>
                <a:close/>
              </a:path>
            </a:pathLst>
          </a:custGeom>
        </p:spPr>
        <p:txBody>
          <a:bodyPr wrap="square">
            <a:noAutofit/>
          </a:bodyPr>
          <a:lstStyle>
            <a:defPPr/>
            <a:lvl1pPr marL="0" indent="0" algn="ctr">
              <a:buFontTx/>
              <a:buNone/>
              <a:defRPr sz="1500">
                <a:latin typeface="Arimo" panose="020B0604020202020204" pitchFamily="34" charset="0"/>
                <a:ea typeface="Arimo" panose="020B0604020202020204" pitchFamily="34" charset="0"/>
                <a:cs typeface="Arimo" panose="020B0604020202020204" pitchFamily="34" charset="0"/>
              </a:defRPr>
            </a:lvl1pPr>
          </a:lstStyle>
          <a:p>
            <a:r>
              <a:rPr lang="en-US"/>
              <a:t>Picture</a:t>
            </a:r>
          </a:p>
        </p:txBody>
      </p:sp>
    </p:spTree>
    <p:extLst>
      <p:ext uri="{BB962C8B-B14F-4D97-AF65-F5344CB8AC3E}">
        <p14:creationId xmlns:p14="http://schemas.microsoft.com/office/powerpoint/2010/main" val="54609070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552A82-CB10-C980-A0C6-7F689F08C527}"/>
              </a:ext>
            </a:extLst>
          </p:cNvPr>
          <p:cNvSpPr>
            <a:spLocks noGrp="1"/>
          </p:cNvSpPr>
          <p:nvPr>
            <p:ph type="pic" sz="quarter" idx="10" hasCustomPrompt="1"/>
          </p:nvPr>
        </p:nvSpPr>
        <p:spPr>
          <a:xfrm>
            <a:off x="-405662" y="2050075"/>
            <a:ext cx="5818343" cy="3330120"/>
          </a:xfrm>
          <a:custGeom>
            <a:avLst/>
            <a:gdLst>
              <a:gd name="connsiteX0" fmla="*/ 0 w 6273437"/>
              <a:gd name="connsiteY0" fmla="*/ 0 h 3892474"/>
              <a:gd name="connsiteX1" fmla="*/ 6273437 w 6273437"/>
              <a:gd name="connsiteY1" fmla="*/ 0 h 3892474"/>
              <a:gd name="connsiteX2" fmla="*/ 6273437 w 6273437"/>
              <a:gd name="connsiteY2" fmla="*/ 3892474 h 3892474"/>
              <a:gd name="connsiteX3" fmla="*/ 0 w 6273437"/>
              <a:gd name="connsiteY3" fmla="*/ 3892474 h 3892474"/>
            </a:gdLst>
            <a:ahLst/>
            <a:cxnLst>
              <a:cxn ang="0">
                <a:pos x="connsiteX0" y="connsiteY0"/>
              </a:cxn>
              <a:cxn ang="0">
                <a:pos x="connsiteX1" y="connsiteY1"/>
              </a:cxn>
              <a:cxn ang="0">
                <a:pos x="connsiteX2" y="connsiteY2"/>
              </a:cxn>
              <a:cxn ang="0">
                <a:pos x="connsiteX3" y="connsiteY3"/>
              </a:cxn>
            </a:cxnLst>
            <a:rect l="l" t="t" r="r" b="b"/>
            <a:pathLst>
              <a:path w="6273437" h="3892473">
                <a:moveTo>
                  <a:pt x="0" y="0"/>
                </a:moveTo>
                <a:lnTo>
                  <a:pt x="6273437" y="0"/>
                </a:lnTo>
                <a:lnTo>
                  <a:pt x="6273437" y="3892474"/>
                </a:lnTo>
                <a:lnTo>
                  <a:pt x="0" y="3892474"/>
                </a:lnTo>
                <a:close/>
              </a:path>
            </a:pathLst>
          </a:custGeom>
        </p:spPr>
        <p:txBody>
          <a:bodyPr wrap="square">
            <a:noAutofit/>
          </a:bodyPr>
          <a:lstStyle>
            <a:defPPr/>
            <a:lvl1pPr marL="0" indent="0" algn="ctr">
              <a:buFontTx/>
              <a:buNone/>
              <a:defRPr sz="1500">
                <a:latin typeface="Arimo" panose="020B0604020202020204" pitchFamily="34" charset="0"/>
                <a:ea typeface="Arimo" panose="020B0604020202020204" pitchFamily="34" charset="0"/>
                <a:cs typeface="Arimo" panose="020B0604020202020204" pitchFamily="34" charset="0"/>
              </a:defRPr>
            </a:lvl1pPr>
          </a:lstStyle>
          <a:p>
            <a:r>
              <a:rPr lang="en-US"/>
              <a:t>Picture</a:t>
            </a:r>
          </a:p>
        </p:txBody>
      </p:sp>
    </p:spTree>
    <p:extLst>
      <p:ext uri="{BB962C8B-B14F-4D97-AF65-F5344CB8AC3E}">
        <p14:creationId xmlns:p14="http://schemas.microsoft.com/office/powerpoint/2010/main" val="355885324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043279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976B5A0C-2512-EE22-BA60-C4837F2ABC21}"/>
              </a:ext>
            </a:extLst>
          </p:cNvPr>
          <p:cNvSpPr>
            <a:spLocks noGrp="1"/>
          </p:cNvSpPr>
          <p:nvPr>
            <p:ph type="pic" sz="quarter" idx="10" hasCustomPrompt="1"/>
          </p:nvPr>
        </p:nvSpPr>
        <p:spPr>
          <a:xfrm>
            <a:off x="0" y="0"/>
            <a:ext cx="12192000" cy="3429000"/>
          </a:xfrm>
          <a:prstGeom prst="rect">
            <a:avLst/>
          </a:prstGeom>
          <a:solidFill>
            <a:schemeClr val="bg1">
              <a:lumMod val="95000"/>
            </a:schemeClr>
          </a:solidFill>
          <a:ln w="25400">
            <a:noFill/>
          </a:ln>
          <a:effectLst/>
        </p:spPr>
        <p:txBody>
          <a:bodyPr anchor="ctr"/>
          <a:lstStyle>
            <a:defPPr/>
            <a:lvl1pPr marL="0" indent="0" algn="ctr">
              <a:buNone/>
              <a:defRPr lang="ko-KR" altLang="en-US" sz="1200">
                <a:solidFill>
                  <a:schemeClr val="tx1">
                    <a:lumMod val="75000"/>
                    <a:lumOff val="25000"/>
                  </a:schemeClr>
                </a:solidFill>
                <a:latin typeface="+mn-lt"/>
                <a:cs typeface="Arial" panose="020B0604020202020204" pitchFamily="34" charset="0"/>
              </a:defRPr>
            </a:lvl1pPr>
          </a:lstStyle>
          <a:p>
            <a:r>
              <a:rPr lang="en-US" altLang="ko-KR"/>
              <a:t>Place Your Picture Here</a:t>
            </a:r>
            <a:endParaRPr lang="ko-KR" altLang="en-US"/>
          </a:p>
        </p:txBody>
      </p:sp>
    </p:spTree>
    <p:extLst>
      <p:ext uri="{BB962C8B-B14F-4D97-AF65-F5344CB8AC3E}">
        <p14:creationId xmlns:p14="http://schemas.microsoft.com/office/powerpoint/2010/main" val="167077678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86990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9418583"/>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8" r:id="rId7"/>
    <p:sldLayoutId id="2147483660" r:id="rId8"/>
    <p:sldLayoutId id="2147483662" r:id="rId9"/>
    <p:sldLayoutId id="2147483664" r:id="rId10"/>
    <p:sldLayoutId id="2147483668" r:id="rId11"/>
    <p:sldLayoutId id="2147483669" r:id="rId12"/>
    <p:sldLayoutId id="2147483649" r:id="rId13"/>
    <p:sldLayoutId id="2147483676" r:id="rId14"/>
    <p:sldLayoutId id="2147483675" r:id="rId15"/>
  </p:sldLayoutIdLst>
  <p:transition/>
  <p:hf hdr="0" ftr="0" dt="0"/>
  <p:txStyles>
    <p:titleStyle>
      <a:defPPr/>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EEDE7CF-465A-8A36-506E-2A15A22B7365}"/>
              </a:ext>
            </a:extLst>
          </p:cNvPr>
          <p:cNvSpPr/>
          <p:nvPr/>
        </p:nvSpPr>
        <p:spPr>
          <a:xfrm>
            <a:off x="6096000" y="0"/>
            <a:ext cx="6096000" cy="6858000"/>
          </a:xfrm>
          <a:prstGeom prst="rect">
            <a:avLst/>
          </a:prstGeom>
          <a:solidFill>
            <a:srgbClr val="000000">
              <a:alpha val="86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s-PE"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9" name="TextBox 59">
            <a:extLst>
              <a:ext uri="{FF2B5EF4-FFF2-40B4-BE49-F238E27FC236}">
                <a16:creationId xmlns:a16="http://schemas.microsoft.com/office/drawing/2014/main" id="{3AEB0883-E254-A4FC-B0E0-1DEFF1D1F588}"/>
              </a:ext>
            </a:extLst>
          </p:cNvPr>
          <p:cNvSpPr txBox="1"/>
          <p:nvPr/>
        </p:nvSpPr>
        <p:spPr>
          <a:xfrm>
            <a:off x="7256592" y="6182575"/>
            <a:ext cx="2775338" cy="276999"/>
          </a:xfrm>
          <a:prstGeom prst="rect">
            <a:avLst/>
          </a:prstGeom>
          <a:noFill/>
        </p:spPr>
        <p:txBody>
          <a:bodyPr wrap="square" rtlCol="0" anchor="ctr">
            <a:spAutoFit/>
          </a:bodyPr>
          <a:lstStyle>
            <a:defPPr/>
          </a:lstStyle>
          <a:p>
            <a:pPr algn="ctr"/>
            <a:r>
              <a:rPr lang="en-US" altLang="ko-KR" sz="1200" spc="600">
                <a:solidFill>
                  <a:schemeClr val="bg1"/>
                </a:solidFill>
                <a:latin typeface="Arial" panose="020B0604020202020204" pitchFamily="34" charset="0"/>
                <a:cs typeface="Arial" panose="020B0604020202020204" pitchFamily="34" charset="0"/>
              </a:rPr>
              <a:t>Contact us:</a:t>
            </a:r>
            <a:endParaRPr lang="ko-KR" altLang="en-US" sz="1200" spc="600">
              <a:solidFill>
                <a:schemeClr val="bg1"/>
              </a:solidFill>
              <a:latin typeface="Arial" panose="020B0604020202020204" pitchFamily="34" charset="0"/>
              <a:cs typeface="Arial" panose="020B0604020202020204" pitchFamily="34" charset="0"/>
            </a:endParaRPr>
          </a:p>
        </p:txBody>
      </p:sp>
      <p:grpSp>
        <p:nvGrpSpPr>
          <p:cNvPr id="10" name="Grupo 9">
            <a:extLst>
              <a:ext uri="{FF2B5EF4-FFF2-40B4-BE49-F238E27FC236}">
                <a16:creationId xmlns:a16="http://schemas.microsoft.com/office/drawing/2014/main" id="{B07B7F33-FE92-67C0-BBBB-2B7F1784B24A}"/>
              </a:ext>
            </a:extLst>
          </p:cNvPr>
          <p:cNvGrpSpPr/>
          <p:nvPr/>
        </p:nvGrpSpPr>
        <p:grpSpPr>
          <a:xfrm>
            <a:off x="9499800" y="6144642"/>
            <a:ext cx="2468122" cy="355392"/>
            <a:chOff x="359484" y="5996664"/>
            <a:chExt cx="4327937" cy="623192"/>
          </a:xfrm>
          <a:solidFill>
            <a:srgbClr val="F01D33"/>
          </a:solidFill>
          <a:effectLst>
            <a:reflection blurRad="6350" stA="50000" endA="300" endPos="55500" dist="50800" dir="5400000" sy="-100000" algn="bl" rotWithShape="0"/>
          </a:effectLst>
        </p:grpSpPr>
        <p:sp>
          <p:nvSpPr>
            <p:cNvPr id="11" name="Rounded Rectangle 2">
              <a:extLst>
                <a:ext uri="{FF2B5EF4-FFF2-40B4-BE49-F238E27FC236}">
                  <a16:creationId xmlns:a16="http://schemas.microsoft.com/office/drawing/2014/main" id="{E4364814-E210-CDB7-6CE7-F215D3B19C17}"/>
                </a:ext>
              </a:extLst>
            </p:cNvPr>
            <p:cNvSpPr/>
            <p:nvPr/>
          </p:nvSpPr>
          <p:spPr>
            <a:xfrm>
              <a:off x="1294284" y="6009071"/>
              <a:ext cx="573085" cy="610785"/>
            </a:xfrm>
            <a:custGeom>
              <a:avLst/>
              <a:gdLst>
                <a:gd name="connsiteX0" fmla="*/ 1979373 w 3960440"/>
                <a:gd name="connsiteY0" fmla="*/ 472350 h 3960000"/>
                <a:gd name="connsiteX1" fmla="*/ 813783 w 3960440"/>
                <a:gd name="connsiteY1" fmla="*/ 1434034 h 3960000"/>
                <a:gd name="connsiteX2" fmla="*/ 1119009 w 3960440"/>
                <a:gd name="connsiteY2" fmla="*/ 2222584 h 3960000"/>
                <a:gd name="connsiteX3" fmla="*/ 1328015 w 3960440"/>
                <a:gd name="connsiteY3" fmla="*/ 1812920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27" fmla="*/ 436907 w 3960440"/>
                <a:gd name="connsiteY27"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60440" h="3960000">
                  <a:moveTo>
                    <a:pt x="1979373" y="472350"/>
                  </a:moveTo>
                  <a:cubicBezTo>
                    <a:pt x="1228307" y="485871"/>
                    <a:pt x="850011" y="1078219"/>
                    <a:pt x="813783" y="1434034"/>
                  </a:cubicBezTo>
                  <a:cubicBezTo>
                    <a:pt x="787561" y="1781828"/>
                    <a:pt x="889690" y="2005359"/>
                    <a:pt x="1119009" y="2222584"/>
                  </a:cubicBezTo>
                  <a:cubicBezTo>
                    <a:pt x="1178964" y="2123026"/>
                    <a:pt x="1260199" y="1908547"/>
                    <a:pt x="1328015" y="1812920"/>
                  </a:cubicBezTo>
                  <a:cubicBezTo>
                    <a:pt x="1222115" y="1647651"/>
                    <a:pt x="1255483" y="1756375"/>
                    <a:pt x="1234998" y="1431771"/>
                  </a:cubicBezTo>
                  <a:cubicBezTo>
                    <a:pt x="1331609" y="922504"/>
                    <a:pt x="1719145" y="812633"/>
                    <a:pt x="2217373" y="891303"/>
                  </a:cubicBezTo>
                  <a:cubicBezTo>
                    <a:pt x="2693518" y="1016895"/>
                    <a:pt x="2787642" y="1344599"/>
                    <a:pt x="2783502" y="1606823"/>
                  </a:cubicBezTo>
                  <a:cubicBezTo>
                    <a:pt x="2771081" y="1743454"/>
                    <a:pt x="2679609" y="2064482"/>
                    <a:pt x="2456028" y="2225955"/>
                  </a:cubicBezTo>
                  <a:cubicBezTo>
                    <a:pt x="2192422" y="2399851"/>
                    <a:pt x="2004893" y="2209395"/>
                    <a:pt x="2026974" y="2018938"/>
                  </a:cubicBezTo>
                  <a:cubicBezTo>
                    <a:pt x="2072519" y="1810540"/>
                    <a:pt x="2086043" y="1754994"/>
                    <a:pt x="2135727" y="1554876"/>
                  </a:cubicBezTo>
                  <a:cubicBezTo>
                    <a:pt x="2195073" y="1382360"/>
                    <a:pt x="2084273" y="1259912"/>
                    <a:pt x="1915898" y="1219889"/>
                  </a:cubicBezTo>
                  <a:cubicBezTo>
                    <a:pt x="1750283" y="1186766"/>
                    <a:pt x="1626460" y="1331294"/>
                    <a:pt x="1589196" y="1434803"/>
                  </a:cubicBezTo>
                  <a:cubicBezTo>
                    <a:pt x="1499489" y="1732912"/>
                    <a:pt x="1614533" y="1824000"/>
                    <a:pt x="1574511" y="1939931"/>
                  </a:cubicBezTo>
                  <a:cubicBezTo>
                    <a:pt x="1332991" y="2671400"/>
                    <a:pt x="1220920" y="3468343"/>
                    <a:pt x="1339611" y="3487664"/>
                  </a:cubicBezTo>
                  <a:cubicBezTo>
                    <a:pt x="1434840" y="3497327"/>
                    <a:pt x="1730357" y="3129057"/>
                    <a:pt x="1887692" y="2422431"/>
                  </a:cubicBezTo>
                  <a:cubicBezTo>
                    <a:pt x="1985681" y="2531460"/>
                    <a:pt x="2093439" y="2747804"/>
                    <a:pt x="2336342" y="2720202"/>
                  </a:cubicBezTo>
                  <a:cubicBezTo>
                    <a:pt x="2693796" y="2666377"/>
                    <a:pt x="3092265" y="2401394"/>
                    <a:pt x="3176454" y="1627140"/>
                  </a:cubicBezTo>
                  <a:cubicBezTo>
                    <a:pt x="3254038" y="999456"/>
                    <a:pt x="2816023" y="430731"/>
                    <a:pt x="1979373" y="472350"/>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stStyle>
            <a:p>
              <a:pPr algn="ctr"/>
              <a:endParaRPr lang="ko-KR" altLang="en-US" sz="1400">
                <a:solidFill>
                  <a:schemeClr val="tx1"/>
                </a:solidFill>
              </a:endParaRPr>
            </a:p>
          </p:txBody>
        </p:sp>
        <p:sp>
          <p:nvSpPr>
            <p:cNvPr id="12" name="Rounded Rectangle 8">
              <a:extLst>
                <a:ext uri="{FF2B5EF4-FFF2-40B4-BE49-F238E27FC236}">
                  <a16:creationId xmlns:a16="http://schemas.microsoft.com/office/drawing/2014/main" id="{8552B983-B6C7-F786-7773-783380780DB2}"/>
                </a:ext>
              </a:extLst>
            </p:cNvPr>
            <p:cNvSpPr/>
            <p:nvPr/>
          </p:nvSpPr>
          <p:spPr>
            <a:xfrm>
              <a:off x="359484" y="6009071"/>
              <a:ext cx="573149" cy="610785"/>
            </a:xfrm>
            <a:custGeom>
              <a:avLst/>
              <a:gdLst>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31" fmla="*/ 333511 w 3888432"/>
                <a:gd name="connsiteY31" fmla="*/ 0 h 396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88432" h="3960440">
                  <a:moveTo>
                    <a:pt x="554477" y="1512168"/>
                  </a:moveTo>
                  <a:lnTo>
                    <a:pt x="554477" y="3312368"/>
                  </a:lnTo>
                  <a:lnTo>
                    <a:pt x="1201638" y="3312368"/>
                  </a:lnTo>
                  <a:lnTo>
                    <a:pt x="1201638" y="1512168"/>
                  </a:lnTo>
                  <a:lnTo>
                    <a:pt x="554477" y="1512168"/>
                  </a:lnTo>
                  <a:close/>
                  <a:moveTo>
                    <a:pt x="2840340" y="1479943"/>
                  </a:moveTo>
                  <a:cubicBezTo>
                    <a:pt x="2293254" y="1484797"/>
                    <a:pt x="2254084" y="1780470"/>
                    <a:pt x="2136833" y="1785510"/>
                  </a:cubicBezTo>
                  <a:lnTo>
                    <a:pt x="2136833" y="1510185"/>
                  </a:lnTo>
                  <a:lnTo>
                    <a:pt x="1489672" y="1510185"/>
                  </a:lnTo>
                  <a:lnTo>
                    <a:pt x="1489672" y="3310385"/>
                  </a:lnTo>
                  <a:lnTo>
                    <a:pt x="2136833" y="3310385"/>
                  </a:lnTo>
                  <a:cubicBezTo>
                    <a:pt x="2140283" y="2925445"/>
                    <a:pt x="2133383" y="2560917"/>
                    <a:pt x="2147184" y="2155564"/>
                  </a:cubicBezTo>
                  <a:cubicBezTo>
                    <a:pt x="2187272" y="1842063"/>
                    <a:pt x="2668986" y="1938990"/>
                    <a:pt x="2673919" y="2138897"/>
                  </a:cubicBezTo>
                  <a:lnTo>
                    <a:pt x="2679688" y="3312366"/>
                  </a:lnTo>
                  <a:lnTo>
                    <a:pt x="3326849" y="3312366"/>
                  </a:lnTo>
                  <a:cubicBezTo>
                    <a:pt x="3329155" y="2917782"/>
                    <a:pt x="3331462" y="2523197"/>
                    <a:pt x="3333768" y="2128613"/>
                  </a:cubicBezTo>
                  <a:cubicBezTo>
                    <a:pt x="3339026" y="1942962"/>
                    <a:pt x="3184753" y="1475890"/>
                    <a:pt x="2840340" y="1479943"/>
                  </a:cubicBezTo>
                  <a:close/>
                  <a:moveTo>
                    <a:pt x="878058" y="648072"/>
                  </a:moveTo>
                  <a:cubicBezTo>
                    <a:pt x="699349" y="648072"/>
                    <a:pt x="554477" y="792944"/>
                    <a:pt x="554477" y="971653"/>
                  </a:cubicBezTo>
                  <a:cubicBezTo>
                    <a:pt x="554477" y="1150362"/>
                    <a:pt x="699349" y="1295234"/>
                    <a:pt x="878058" y="1295234"/>
                  </a:cubicBezTo>
                  <a:cubicBezTo>
                    <a:pt x="1056767" y="1295234"/>
                    <a:pt x="1201639" y="1150362"/>
                    <a:pt x="1201639" y="971653"/>
                  </a:cubicBezTo>
                  <a:cubicBezTo>
                    <a:pt x="1201639" y="792944"/>
                    <a:pt x="1056767" y="648072"/>
                    <a:pt x="878058" y="648072"/>
                  </a:cubicBezTo>
                  <a:close/>
                  <a:moveTo>
                    <a:pt x="333511" y="0"/>
                  </a:moveTo>
                  <a:lnTo>
                    <a:pt x="3554921" y="0"/>
                  </a:lnTo>
                  <a:cubicBezTo>
                    <a:pt x="3739114" y="0"/>
                    <a:pt x="3888432" y="149318"/>
                    <a:pt x="3888432" y="333511"/>
                  </a:cubicBezTo>
                  <a:lnTo>
                    <a:pt x="3888432" y="3626929"/>
                  </a:lnTo>
                  <a:cubicBezTo>
                    <a:pt x="3888432" y="3811122"/>
                    <a:pt x="3739114" y="3960440"/>
                    <a:pt x="3554921" y="3960440"/>
                  </a:cubicBezTo>
                  <a:lnTo>
                    <a:pt x="333511" y="3960440"/>
                  </a:lnTo>
                  <a:cubicBezTo>
                    <a:pt x="149318" y="3960440"/>
                    <a:pt x="0" y="3811122"/>
                    <a:pt x="0" y="3626929"/>
                  </a:cubicBezTo>
                  <a:lnTo>
                    <a:pt x="0" y="333511"/>
                  </a:lnTo>
                  <a:cubicBezTo>
                    <a:pt x="0" y="149318"/>
                    <a:pt x="149318" y="0"/>
                    <a:pt x="33351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stStyle>
            <a:p>
              <a:pPr algn="ctr"/>
              <a:endParaRPr lang="ko-KR" altLang="en-US" sz="1400">
                <a:solidFill>
                  <a:schemeClr val="tx1"/>
                </a:solidFill>
              </a:endParaRPr>
            </a:p>
          </p:txBody>
        </p:sp>
        <p:sp>
          <p:nvSpPr>
            <p:cNvPr id="13" name="Rounded Rectangle 2">
              <a:extLst>
                <a:ext uri="{FF2B5EF4-FFF2-40B4-BE49-F238E27FC236}">
                  <a16:creationId xmlns:a16="http://schemas.microsoft.com/office/drawing/2014/main" id="{2FE51688-0A97-FB55-48DC-183BCFF4F079}"/>
                </a:ext>
              </a:extLst>
            </p:cNvPr>
            <p:cNvSpPr/>
            <p:nvPr/>
          </p:nvSpPr>
          <p:spPr>
            <a:xfrm>
              <a:off x="3157215" y="6009071"/>
              <a:ext cx="573085" cy="610785"/>
            </a:xfrm>
            <a:custGeom>
              <a:avLst/>
              <a:gdLst>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74271 w 3960000"/>
                <a:gd name="connsiteY14" fmla="*/ 2105563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30" fmla="*/ 308009 w 3960000"/>
                <a:gd name="connsiteY30" fmla="*/ 0 h 3960000"/>
                <a:gd name="connsiteX31" fmla="*/ 308009 w 3960000"/>
                <a:gd name="connsiteY31"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60000" h="3960000">
                  <a:moveTo>
                    <a:pt x="3160999" y="1374274"/>
                  </a:moveTo>
                  <a:lnTo>
                    <a:pt x="3155132" y="1419362"/>
                  </a:lnTo>
                  <a:lnTo>
                    <a:pt x="3160999" y="1374274"/>
                  </a:lnTo>
                  <a:close/>
                  <a:moveTo>
                    <a:pt x="2496208" y="770986"/>
                  </a:moveTo>
                  <a:cubicBezTo>
                    <a:pt x="2113414" y="770986"/>
                    <a:pt x="1929581" y="1106902"/>
                    <a:pt x="1921633" y="1292845"/>
                  </a:cubicBezTo>
                  <a:cubicBezTo>
                    <a:pt x="1914712" y="1454769"/>
                    <a:pt x="1928136" y="1522392"/>
                    <a:pt x="1942445" y="1570340"/>
                  </a:cubicBezTo>
                  <a:cubicBezTo>
                    <a:pt x="1547199" y="1510736"/>
                    <a:pt x="1237189" y="1330681"/>
                    <a:pt x="815277" y="836121"/>
                  </a:cubicBezTo>
                  <a:cubicBezTo>
                    <a:pt x="618819" y="1229038"/>
                    <a:pt x="733086" y="1558961"/>
                    <a:pt x="965659" y="1735195"/>
                  </a:cubicBezTo>
                  <a:cubicBezTo>
                    <a:pt x="864541" y="1716416"/>
                    <a:pt x="662904" y="1695759"/>
                    <a:pt x="570453" y="1629310"/>
                  </a:cubicBezTo>
                  <a:cubicBezTo>
                    <a:pt x="597898" y="2016450"/>
                    <a:pt x="990931" y="2177657"/>
                    <a:pt x="1196057" y="2257108"/>
                  </a:cubicBezTo>
                  <a:cubicBezTo>
                    <a:pt x="1113718" y="2275887"/>
                    <a:pt x="943857" y="2321380"/>
                    <a:pt x="813848" y="2296824"/>
                  </a:cubicBezTo>
                  <a:cubicBezTo>
                    <a:pt x="926523" y="2634848"/>
                    <a:pt x="1326064" y="2611755"/>
                    <a:pt x="1486410" y="2607420"/>
                  </a:cubicBezTo>
                  <a:cubicBezTo>
                    <a:pt x="1297174" y="2749708"/>
                    <a:pt x="1000058" y="2795794"/>
                    <a:pt x="489408" y="2829018"/>
                  </a:cubicBezTo>
                  <a:cubicBezTo>
                    <a:pt x="914827" y="3139596"/>
                    <a:pt x="1734874" y="3242281"/>
                    <a:pt x="2062787" y="3146219"/>
                  </a:cubicBezTo>
                  <a:cubicBezTo>
                    <a:pt x="2763394" y="2903535"/>
                    <a:pt x="2915370" y="2621267"/>
                    <a:pt x="3074271" y="2105563"/>
                  </a:cubicBezTo>
                  <a:cubicBezTo>
                    <a:pt x="3173740" y="1733406"/>
                    <a:pt x="3145310" y="1648999"/>
                    <a:pt x="3207849" y="1493166"/>
                  </a:cubicBezTo>
                  <a:cubicBezTo>
                    <a:pt x="3270388" y="1337333"/>
                    <a:pt x="3414210" y="1276468"/>
                    <a:pt x="3449507" y="1170564"/>
                  </a:cubicBezTo>
                  <a:cubicBezTo>
                    <a:pt x="3349883" y="1192977"/>
                    <a:pt x="3252716" y="1239516"/>
                    <a:pt x="3140091" y="1227260"/>
                  </a:cubicBezTo>
                  <a:cubicBezTo>
                    <a:pt x="3219995" y="1183499"/>
                    <a:pt x="3274317" y="996523"/>
                    <a:pt x="3324107" y="851504"/>
                  </a:cubicBezTo>
                  <a:cubicBezTo>
                    <a:pt x="3215037" y="921165"/>
                    <a:pt x="3152155" y="998691"/>
                    <a:pt x="2995677" y="1008938"/>
                  </a:cubicBezTo>
                  <a:cubicBezTo>
                    <a:pt x="2884471" y="881691"/>
                    <a:pt x="2678487" y="770986"/>
                    <a:pt x="2496208" y="77098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stStyle>
            <a:p>
              <a:pPr algn="ctr"/>
              <a:endParaRPr lang="ko-KR" altLang="en-US" sz="1400">
                <a:solidFill>
                  <a:schemeClr val="tx1"/>
                </a:solidFill>
              </a:endParaRPr>
            </a:p>
          </p:txBody>
        </p:sp>
        <p:sp>
          <p:nvSpPr>
            <p:cNvPr id="14" name="Rounded Rectangle 3">
              <a:extLst>
                <a:ext uri="{FF2B5EF4-FFF2-40B4-BE49-F238E27FC236}">
                  <a16:creationId xmlns:a16="http://schemas.microsoft.com/office/drawing/2014/main" id="{190AB02A-C433-8525-B3EC-96E32C2A5AD9}"/>
                </a:ext>
              </a:extLst>
            </p:cNvPr>
            <p:cNvSpPr>
              <a:spLocks noChangeAspect="1"/>
            </p:cNvSpPr>
            <p:nvPr/>
          </p:nvSpPr>
          <p:spPr>
            <a:xfrm>
              <a:off x="2219126" y="6009071"/>
              <a:ext cx="573085" cy="610785"/>
            </a:xfrm>
            <a:custGeom>
              <a:avLst/>
              <a:gdLst>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10216 w 3960000"/>
                <a:gd name="connsiteY15" fmla="*/ 195189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26764" y="685506"/>
                    <a:pt x="3369037" y="704441"/>
                  </a:cubicBezTo>
                  <a:cubicBezTo>
                    <a:pt x="3391941" y="556446"/>
                    <a:pt x="3409927" y="381656"/>
                    <a:pt x="3410216" y="195189"/>
                  </a:cubicBezTo>
                  <a:cubicBezTo>
                    <a:pt x="3239930" y="163882"/>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stStyle>
            <a:p>
              <a:pPr algn="ctr"/>
              <a:endParaRPr lang="ko-KR" altLang="en-US" sz="1400">
                <a:solidFill>
                  <a:schemeClr val="tx1"/>
                </a:solidFill>
              </a:endParaRPr>
            </a:p>
          </p:txBody>
        </p:sp>
        <p:sp>
          <p:nvSpPr>
            <p:cNvPr id="15" name="Rounded Rectangle 10">
              <a:extLst>
                <a:ext uri="{FF2B5EF4-FFF2-40B4-BE49-F238E27FC236}">
                  <a16:creationId xmlns:a16="http://schemas.microsoft.com/office/drawing/2014/main" id="{CF8B4D5E-59F5-42B4-A786-D64A1DE7609C}"/>
                </a:ext>
              </a:extLst>
            </p:cNvPr>
            <p:cNvSpPr>
              <a:spLocks noChangeAspect="1"/>
            </p:cNvSpPr>
            <p:nvPr/>
          </p:nvSpPr>
          <p:spPr>
            <a:xfrm>
              <a:off x="4112293" y="5996664"/>
              <a:ext cx="575128" cy="623192"/>
            </a:xfrm>
            <a:custGeom>
              <a:avLst/>
              <a:gdLst/>
              <a:ahLst/>
              <a:cxnLst/>
              <a:rect l="l" t="t" r="r" b="b"/>
              <a:pathLst>
                <a:path w="3186824" h="3240000">
                  <a:moveTo>
                    <a:pt x="2141174" y="1384899"/>
                  </a:moveTo>
                  <a:lnTo>
                    <a:pt x="2141174" y="1528887"/>
                  </a:lnTo>
                  <a:lnTo>
                    <a:pt x="1997174" y="1528887"/>
                  </a:lnTo>
                  <a:lnTo>
                    <a:pt x="1997174" y="1744911"/>
                  </a:lnTo>
                  <a:lnTo>
                    <a:pt x="2141174" y="1744911"/>
                  </a:lnTo>
                  <a:lnTo>
                    <a:pt x="2141174" y="1888899"/>
                  </a:lnTo>
                  <a:lnTo>
                    <a:pt x="2357174" y="1888899"/>
                  </a:lnTo>
                  <a:lnTo>
                    <a:pt x="2357174" y="1744911"/>
                  </a:lnTo>
                  <a:lnTo>
                    <a:pt x="2501174" y="1744911"/>
                  </a:lnTo>
                  <a:lnTo>
                    <a:pt x="2501174" y="1528887"/>
                  </a:lnTo>
                  <a:lnTo>
                    <a:pt x="2357174" y="1528887"/>
                  </a:lnTo>
                  <a:lnTo>
                    <a:pt x="2357174" y="1384899"/>
                  </a:lnTo>
                  <a:close/>
                  <a:moveTo>
                    <a:pt x="1286582" y="1008157"/>
                  </a:moveTo>
                  <a:cubicBezTo>
                    <a:pt x="1148208" y="1006486"/>
                    <a:pt x="1009270" y="1051569"/>
                    <a:pt x="894997" y="1143711"/>
                  </a:cubicBezTo>
                  <a:cubicBezTo>
                    <a:pt x="666451" y="1327995"/>
                    <a:pt x="600947" y="1648602"/>
                    <a:pt x="738892" y="1907765"/>
                  </a:cubicBezTo>
                  <a:cubicBezTo>
                    <a:pt x="876837" y="2166928"/>
                    <a:pt x="1179371" y="2291639"/>
                    <a:pt x="1459875" y="2204971"/>
                  </a:cubicBezTo>
                  <a:cubicBezTo>
                    <a:pt x="1676459" y="2138053"/>
                    <a:pt x="1832801" y="1959669"/>
                    <a:pt x="1876637" y="1747242"/>
                  </a:cubicBezTo>
                  <a:lnTo>
                    <a:pt x="1879565" y="1747242"/>
                  </a:lnTo>
                  <a:lnTo>
                    <a:pt x="1879565" y="1728291"/>
                  </a:lnTo>
                  <a:cubicBezTo>
                    <a:pt x="1891883" y="1671800"/>
                    <a:pt x="1894168" y="1612713"/>
                    <a:pt x="1887545" y="1552862"/>
                  </a:cubicBezTo>
                  <a:lnTo>
                    <a:pt x="1879565" y="1553745"/>
                  </a:lnTo>
                  <a:lnTo>
                    <a:pt x="1879565" y="1531218"/>
                  </a:lnTo>
                  <a:lnTo>
                    <a:pt x="1231565" y="1531218"/>
                  </a:lnTo>
                  <a:lnTo>
                    <a:pt x="1231565" y="1747242"/>
                  </a:lnTo>
                  <a:lnTo>
                    <a:pt x="1565835" y="1747242"/>
                  </a:lnTo>
                  <a:cubicBezTo>
                    <a:pt x="1530201" y="1827940"/>
                    <a:pt x="1460959" y="1892348"/>
                    <a:pt x="1371795" y="1919897"/>
                  </a:cubicBezTo>
                  <a:cubicBezTo>
                    <a:pt x="1228031" y="1964316"/>
                    <a:pt x="1072976" y="1900399"/>
                    <a:pt x="1002277" y="1767573"/>
                  </a:cubicBezTo>
                  <a:cubicBezTo>
                    <a:pt x="931578" y="1634747"/>
                    <a:pt x="965150" y="1470429"/>
                    <a:pt x="1082284" y="1375980"/>
                  </a:cubicBezTo>
                  <a:cubicBezTo>
                    <a:pt x="1199418" y="1281531"/>
                    <a:pt x="1367118" y="1283556"/>
                    <a:pt x="1481937" y="1380807"/>
                  </a:cubicBezTo>
                  <a:lnTo>
                    <a:pt x="1674778" y="1153129"/>
                  </a:lnTo>
                  <a:cubicBezTo>
                    <a:pt x="1562764" y="1058254"/>
                    <a:pt x="1424955" y="1009828"/>
                    <a:pt x="1286582" y="1008157"/>
                  </a:cubicBezTo>
                  <a:close/>
                  <a:moveTo>
                    <a:pt x="293028" y="0"/>
                  </a:moveTo>
                  <a:lnTo>
                    <a:pt x="2893796" y="0"/>
                  </a:lnTo>
                  <a:cubicBezTo>
                    <a:pt x="3055631" y="0"/>
                    <a:pt x="3186824" y="131193"/>
                    <a:pt x="3186824" y="293028"/>
                  </a:cubicBezTo>
                  <a:lnTo>
                    <a:pt x="3186824" y="2946972"/>
                  </a:lnTo>
                  <a:cubicBezTo>
                    <a:pt x="3186824" y="3108807"/>
                    <a:pt x="3055631" y="3240000"/>
                    <a:pt x="2893796" y="3240000"/>
                  </a:cubicBezTo>
                  <a:lnTo>
                    <a:pt x="293028" y="3240000"/>
                  </a:lnTo>
                  <a:cubicBezTo>
                    <a:pt x="131193" y="3240000"/>
                    <a:pt x="0" y="3108807"/>
                    <a:pt x="0" y="2946972"/>
                  </a:cubicBezTo>
                  <a:lnTo>
                    <a:pt x="0" y="293028"/>
                  </a:lnTo>
                  <a:cubicBezTo>
                    <a:pt x="0" y="131193"/>
                    <a:pt x="131193" y="0"/>
                    <a:pt x="293028"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ko-KR" altLang="en-US" sz="1400"/>
            </a:p>
          </p:txBody>
        </p:sp>
      </p:grpSp>
      <p:sp>
        <p:nvSpPr>
          <p:cNvPr id="19" name="TextBox 18">
            <a:extLst>
              <a:ext uri="{FF2B5EF4-FFF2-40B4-BE49-F238E27FC236}">
                <a16:creationId xmlns:a16="http://schemas.microsoft.com/office/drawing/2014/main" id="{264F1F5F-B6A5-4EC1-3EC5-C8FC2379A215}"/>
              </a:ext>
            </a:extLst>
          </p:cNvPr>
          <p:cNvSpPr txBox="1"/>
          <p:nvPr/>
        </p:nvSpPr>
        <p:spPr>
          <a:xfrm>
            <a:off x="1734433" y="-208311"/>
            <a:ext cx="9905507" cy="1213474"/>
          </a:xfrm>
          <a:prstGeom prst="rect">
            <a:avLst/>
          </a:prstGeom>
          <a:noFill/>
        </p:spPr>
        <p:txBody>
          <a:bodyPr wrap="square" rtlCol="0">
            <a:spAutoFit/>
          </a:bodyPr>
          <a:lstStyle>
            <a:defPPr/>
          </a:lstStyle>
          <a:p>
            <a:pPr>
              <a:lnSpc>
                <a:spcPts val="10000"/>
              </a:lnSpc>
            </a:pPr>
            <a:r>
              <a:rPr lang="en-US" sz="4800" kern="2200" spc="80" dirty="0">
                <a:solidFill>
                  <a:srgbClr val="FF0000"/>
                </a:solidFill>
                <a:latin typeface="Abril Fatface" panose="02000503000000020003" pitchFamily="2" charset="0"/>
                <a:ea typeface="Arimo" panose="020B0604020202020204" pitchFamily="34" charset="0"/>
                <a:cs typeface="Arimo" panose="020B0604020202020204" pitchFamily="34" charset="0"/>
              </a:rPr>
              <a:t>Bright Motors |</a:t>
            </a:r>
          </a:p>
        </p:txBody>
      </p:sp>
      <p:sp>
        <p:nvSpPr>
          <p:cNvPr id="20" name="TextBox 19">
            <a:extLst>
              <a:ext uri="{FF2B5EF4-FFF2-40B4-BE49-F238E27FC236}">
                <a16:creationId xmlns:a16="http://schemas.microsoft.com/office/drawing/2014/main" id="{BD81FD20-2655-5BD0-AF9A-A66E9AB7CE59}"/>
              </a:ext>
            </a:extLst>
          </p:cNvPr>
          <p:cNvSpPr txBox="1"/>
          <p:nvPr/>
        </p:nvSpPr>
        <p:spPr>
          <a:xfrm>
            <a:off x="6096000" y="544207"/>
            <a:ext cx="2558473" cy="369332"/>
          </a:xfrm>
          <a:prstGeom prst="rect">
            <a:avLst/>
          </a:prstGeom>
          <a:noFill/>
        </p:spPr>
        <p:txBody>
          <a:bodyPr wrap="square" rtlCol="0">
            <a:spAutoFit/>
          </a:bodyPr>
          <a:lstStyle/>
          <a:p>
            <a:r>
              <a:rPr lang="en-US" kern="2200" spc="80" dirty="0">
                <a:solidFill>
                  <a:srgbClr val="F01D33"/>
                </a:solidFill>
                <a:latin typeface="Abril Fatface" panose="02000503000000020003" pitchFamily="2" charset="0"/>
                <a:ea typeface="Arimo" panose="020B0604020202020204" pitchFamily="34" charset="0"/>
                <a:cs typeface="Arimo" panose="020B0604020202020204" pitchFamily="34" charset="0"/>
              </a:rPr>
              <a:t>Car sale Analysis</a:t>
            </a:r>
            <a:endParaRPr lang="en-ZA" dirty="0">
              <a:solidFill>
                <a:srgbClr val="F01D33"/>
              </a:solidFill>
            </a:endParaRPr>
          </a:p>
        </p:txBody>
      </p:sp>
      <p:sp>
        <p:nvSpPr>
          <p:cNvPr id="21" name="TextBox 20">
            <a:extLst>
              <a:ext uri="{FF2B5EF4-FFF2-40B4-BE49-F238E27FC236}">
                <a16:creationId xmlns:a16="http://schemas.microsoft.com/office/drawing/2014/main" id="{0BC75602-9186-D482-468D-505D1F6AC9D2}"/>
              </a:ext>
            </a:extLst>
          </p:cNvPr>
          <p:cNvSpPr txBox="1"/>
          <p:nvPr/>
        </p:nvSpPr>
        <p:spPr>
          <a:xfrm>
            <a:off x="6640945" y="2641600"/>
            <a:ext cx="4350328" cy="1200329"/>
          </a:xfrm>
          <a:prstGeom prst="rect">
            <a:avLst/>
          </a:prstGeom>
          <a:noFill/>
        </p:spPr>
        <p:txBody>
          <a:bodyPr wrap="square" rtlCol="0">
            <a:spAutoFit/>
          </a:bodyPr>
          <a:lstStyle/>
          <a:p>
            <a:r>
              <a:rPr lang="en-US" dirty="0">
                <a:solidFill>
                  <a:schemeClr val="bg1"/>
                </a:solidFill>
              </a:rPr>
              <a:t>Bright Motors has recently appointed a new Head of Sales, whose mission is to expand the dealership network, improve sales performance, and optimize inventory.</a:t>
            </a:r>
            <a:endParaRPr lang="en-ZA" dirty="0">
              <a:solidFill>
                <a:schemeClr val="bg1"/>
              </a:solidFill>
            </a:endParaRPr>
          </a:p>
        </p:txBody>
      </p:sp>
    </p:spTree>
    <p:extLst>
      <p:ext uri="{BB962C8B-B14F-4D97-AF65-F5344CB8AC3E}">
        <p14:creationId xmlns:p14="http://schemas.microsoft.com/office/powerpoint/2010/main" val="138420830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4E96CA68-27C7-4616-9241-7ACE0E4F1B18}"/>
              </a:ext>
            </a:extLst>
          </p:cNvPr>
          <p:cNvSpPr/>
          <p:nvPr/>
        </p:nvSpPr>
        <p:spPr>
          <a:xfrm>
            <a:off x="0" y="6590400"/>
            <a:ext cx="12192000" cy="130120"/>
          </a:xfrm>
          <a:prstGeom prst="rect">
            <a:avLst/>
          </a:prstGeom>
          <a:solidFill>
            <a:srgbClr val="F01D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es-PE"/>
          </a:p>
        </p:txBody>
      </p:sp>
      <p:sp>
        <p:nvSpPr>
          <p:cNvPr id="10" name="Oval 9">
            <a:extLst>
              <a:ext uri="{FF2B5EF4-FFF2-40B4-BE49-F238E27FC236}">
                <a16:creationId xmlns:a16="http://schemas.microsoft.com/office/drawing/2014/main" id="{9557C1EE-EFF4-ED16-AC3A-CB218423B385}"/>
              </a:ext>
            </a:extLst>
          </p:cNvPr>
          <p:cNvSpPr/>
          <p:nvPr/>
        </p:nvSpPr>
        <p:spPr>
          <a:xfrm>
            <a:off x="11693237" y="0"/>
            <a:ext cx="498763" cy="45745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14" name="TextBox 13">
            <a:extLst>
              <a:ext uri="{FF2B5EF4-FFF2-40B4-BE49-F238E27FC236}">
                <a16:creationId xmlns:a16="http://schemas.microsoft.com/office/drawing/2014/main" id="{C5969DBA-A58D-1979-BF28-9522352343F4}"/>
              </a:ext>
            </a:extLst>
          </p:cNvPr>
          <p:cNvSpPr txBox="1"/>
          <p:nvPr/>
        </p:nvSpPr>
        <p:spPr>
          <a:xfrm>
            <a:off x="11792609" y="44062"/>
            <a:ext cx="203200" cy="369332"/>
          </a:xfrm>
          <a:prstGeom prst="rect">
            <a:avLst/>
          </a:prstGeom>
          <a:noFill/>
        </p:spPr>
        <p:txBody>
          <a:bodyPr wrap="square" rtlCol="0">
            <a:spAutoFit/>
          </a:bodyPr>
          <a:lstStyle/>
          <a:p>
            <a:r>
              <a:rPr lang="en-ZA" dirty="0">
                <a:solidFill>
                  <a:schemeClr val="bg1"/>
                </a:solidFill>
              </a:rPr>
              <a:t>2</a:t>
            </a:r>
          </a:p>
        </p:txBody>
      </p:sp>
      <p:sp>
        <p:nvSpPr>
          <p:cNvPr id="18" name="Rectangle 17">
            <a:extLst>
              <a:ext uri="{FF2B5EF4-FFF2-40B4-BE49-F238E27FC236}">
                <a16:creationId xmlns:a16="http://schemas.microsoft.com/office/drawing/2014/main" id="{ABE65F26-7488-BF18-57E6-EB8E5C7DC945}"/>
              </a:ext>
            </a:extLst>
          </p:cNvPr>
          <p:cNvSpPr/>
          <p:nvPr/>
        </p:nvSpPr>
        <p:spPr>
          <a:xfrm>
            <a:off x="76199" y="44062"/>
            <a:ext cx="2705765" cy="6465708"/>
          </a:xfrm>
          <a:custGeom>
            <a:avLst/>
            <a:gdLst>
              <a:gd name="connsiteX0" fmla="*/ 0 w 2028825"/>
              <a:gd name="connsiteY0" fmla="*/ 0 h 6509636"/>
              <a:gd name="connsiteX1" fmla="*/ 2028825 w 2028825"/>
              <a:gd name="connsiteY1" fmla="*/ 0 h 6509636"/>
              <a:gd name="connsiteX2" fmla="*/ 2028825 w 2028825"/>
              <a:gd name="connsiteY2" fmla="*/ 6509636 h 6509636"/>
              <a:gd name="connsiteX3" fmla="*/ 0 w 2028825"/>
              <a:gd name="connsiteY3" fmla="*/ 6509636 h 6509636"/>
              <a:gd name="connsiteX4" fmla="*/ 0 w 2028825"/>
              <a:gd name="connsiteY4" fmla="*/ 0 h 6509636"/>
              <a:gd name="connsiteX0" fmla="*/ 0 w 3114675"/>
              <a:gd name="connsiteY0" fmla="*/ 0 h 6528686"/>
              <a:gd name="connsiteX1" fmla="*/ 2028825 w 3114675"/>
              <a:gd name="connsiteY1" fmla="*/ 0 h 6528686"/>
              <a:gd name="connsiteX2" fmla="*/ 3114675 w 3114675"/>
              <a:gd name="connsiteY2" fmla="*/ 6528686 h 6528686"/>
              <a:gd name="connsiteX3" fmla="*/ 0 w 3114675"/>
              <a:gd name="connsiteY3" fmla="*/ 6509636 h 6528686"/>
              <a:gd name="connsiteX4" fmla="*/ 0 w 3114675"/>
              <a:gd name="connsiteY4" fmla="*/ 0 h 6528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4675" h="6528686">
                <a:moveTo>
                  <a:pt x="0" y="0"/>
                </a:moveTo>
                <a:lnTo>
                  <a:pt x="2028825" y="0"/>
                </a:lnTo>
                <a:lnTo>
                  <a:pt x="3114675" y="6528686"/>
                </a:lnTo>
                <a:lnTo>
                  <a:pt x="0" y="6509636"/>
                </a:lnTo>
                <a:lnTo>
                  <a:pt x="0" y="0"/>
                </a:lnTo>
                <a:close/>
              </a:path>
            </a:pathLst>
          </a:custGeom>
          <a:ln>
            <a:no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n-ZA"/>
          </a:p>
        </p:txBody>
      </p:sp>
      <p:sp>
        <p:nvSpPr>
          <p:cNvPr id="19" name="Oval 18">
            <a:extLst>
              <a:ext uri="{FF2B5EF4-FFF2-40B4-BE49-F238E27FC236}">
                <a16:creationId xmlns:a16="http://schemas.microsoft.com/office/drawing/2014/main" id="{B81B6B44-FF0A-83CE-221D-0DD8F04F15D9}"/>
              </a:ext>
            </a:extLst>
          </p:cNvPr>
          <p:cNvSpPr/>
          <p:nvPr/>
        </p:nvSpPr>
        <p:spPr>
          <a:xfrm>
            <a:off x="1090611" y="413394"/>
            <a:ext cx="1581150" cy="113016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ln>
                <a:solidFill>
                  <a:schemeClr val="bg1"/>
                </a:solidFill>
              </a:ln>
            </a:endParaRPr>
          </a:p>
        </p:txBody>
      </p:sp>
      <p:sp>
        <p:nvSpPr>
          <p:cNvPr id="8" name="TextBox 7">
            <a:extLst>
              <a:ext uri="{FF2B5EF4-FFF2-40B4-BE49-F238E27FC236}">
                <a16:creationId xmlns:a16="http://schemas.microsoft.com/office/drawing/2014/main" id="{7FAE7248-DAB5-7E3C-5390-A0879DCAD22A}"/>
              </a:ext>
            </a:extLst>
          </p:cNvPr>
          <p:cNvSpPr txBox="1"/>
          <p:nvPr/>
        </p:nvSpPr>
        <p:spPr>
          <a:xfrm>
            <a:off x="1324069" y="160244"/>
            <a:ext cx="9905507" cy="1213474"/>
          </a:xfrm>
          <a:prstGeom prst="rect">
            <a:avLst/>
          </a:prstGeom>
          <a:noFill/>
        </p:spPr>
        <p:txBody>
          <a:bodyPr wrap="square" rtlCol="0">
            <a:spAutoFit/>
          </a:bodyPr>
          <a:lstStyle>
            <a:defPPr/>
          </a:lstStyle>
          <a:p>
            <a:pPr>
              <a:lnSpc>
                <a:spcPts val="10000"/>
              </a:lnSpc>
            </a:pPr>
            <a:r>
              <a:rPr lang="en-US" sz="4800" kern="2200" spc="80" dirty="0">
                <a:solidFill>
                  <a:srgbClr val="FF0000"/>
                </a:solidFill>
                <a:latin typeface="Abril Fatface" panose="02000503000000020003" pitchFamily="2" charset="0"/>
                <a:ea typeface="Arimo" panose="020B0604020202020204" pitchFamily="34" charset="0"/>
                <a:cs typeface="Arimo" panose="020B0604020202020204" pitchFamily="34" charset="0"/>
              </a:rPr>
              <a:t>Contents</a:t>
            </a:r>
          </a:p>
        </p:txBody>
      </p:sp>
      <p:sp>
        <p:nvSpPr>
          <p:cNvPr id="22" name="Rectangle 21">
            <a:extLst>
              <a:ext uri="{FF2B5EF4-FFF2-40B4-BE49-F238E27FC236}">
                <a16:creationId xmlns:a16="http://schemas.microsoft.com/office/drawing/2014/main" id="{BD959C59-2379-F6B7-661E-B0DA4EC39627}"/>
              </a:ext>
            </a:extLst>
          </p:cNvPr>
          <p:cNvSpPr/>
          <p:nvPr/>
        </p:nvSpPr>
        <p:spPr>
          <a:xfrm>
            <a:off x="4538332" y="1563900"/>
            <a:ext cx="3676650" cy="4953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7" name="TextBox 26">
            <a:extLst>
              <a:ext uri="{FF2B5EF4-FFF2-40B4-BE49-F238E27FC236}">
                <a16:creationId xmlns:a16="http://schemas.microsoft.com/office/drawing/2014/main" id="{49C7B8EA-6A61-49F0-0D39-84E6A83D28E0}"/>
              </a:ext>
            </a:extLst>
          </p:cNvPr>
          <p:cNvSpPr txBox="1"/>
          <p:nvPr/>
        </p:nvSpPr>
        <p:spPr>
          <a:xfrm>
            <a:off x="4723249" y="1620351"/>
            <a:ext cx="2711347" cy="369332"/>
          </a:xfrm>
          <a:prstGeom prst="rect">
            <a:avLst/>
          </a:prstGeom>
          <a:noFill/>
        </p:spPr>
        <p:txBody>
          <a:bodyPr wrap="square" rtlCol="0">
            <a:spAutoFit/>
          </a:bodyPr>
          <a:lstStyle/>
          <a:p>
            <a:r>
              <a:rPr lang="en-ZA" dirty="0"/>
              <a:t>Revenue Trends</a:t>
            </a:r>
          </a:p>
        </p:txBody>
      </p:sp>
      <p:sp>
        <p:nvSpPr>
          <p:cNvPr id="32" name="Rectangle 31">
            <a:extLst>
              <a:ext uri="{FF2B5EF4-FFF2-40B4-BE49-F238E27FC236}">
                <a16:creationId xmlns:a16="http://schemas.microsoft.com/office/drawing/2014/main" id="{726D3A53-757A-9113-12DD-A8175D7FE599}"/>
              </a:ext>
            </a:extLst>
          </p:cNvPr>
          <p:cNvSpPr/>
          <p:nvPr/>
        </p:nvSpPr>
        <p:spPr>
          <a:xfrm>
            <a:off x="4538332" y="2249382"/>
            <a:ext cx="3676650" cy="4953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3" name="TextBox 32">
            <a:extLst>
              <a:ext uri="{FF2B5EF4-FFF2-40B4-BE49-F238E27FC236}">
                <a16:creationId xmlns:a16="http://schemas.microsoft.com/office/drawing/2014/main" id="{4515D285-E3FB-D4BB-7643-7A8B886B0D8C}"/>
              </a:ext>
            </a:extLst>
          </p:cNvPr>
          <p:cNvSpPr txBox="1"/>
          <p:nvPr/>
        </p:nvSpPr>
        <p:spPr>
          <a:xfrm>
            <a:off x="4723249" y="2291490"/>
            <a:ext cx="2711347" cy="369332"/>
          </a:xfrm>
          <a:prstGeom prst="rect">
            <a:avLst/>
          </a:prstGeom>
          <a:noFill/>
        </p:spPr>
        <p:txBody>
          <a:bodyPr wrap="square" rtlCol="0">
            <a:spAutoFit/>
          </a:bodyPr>
          <a:lstStyle/>
          <a:p>
            <a:r>
              <a:rPr lang="en-ZA" dirty="0"/>
              <a:t>Make and Model</a:t>
            </a:r>
          </a:p>
        </p:txBody>
      </p:sp>
      <p:sp>
        <p:nvSpPr>
          <p:cNvPr id="34" name="Rectangle 33">
            <a:extLst>
              <a:ext uri="{FF2B5EF4-FFF2-40B4-BE49-F238E27FC236}">
                <a16:creationId xmlns:a16="http://schemas.microsoft.com/office/drawing/2014/main" id="{B8A76E9D-FFE9-5066-4EDA-502278B0BC20}"/>
              </a:ext>
            </a:extLst>
          </p:cNvPr>
          <p:cNvSpPr/>
          <p:nvPr/>
        </p:nvSpPr>
        <p:spPr>
          <a:xfrm>
            <a:off x="4538332" y="2925102"/>
            <a:ext cx="3676650" cy="4953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5" name="Rectangle 34">
            <a:extLst>
              <a:ext uri="{FF2B5EF4-FFF2-40B4-BE49-F238E27FC236}">
                <a16:creationId xmlns:a16="http://schemas.microsoft.com/office/drawing/2014/main" id="{3733D205-3D02-7C0D-F778-0271C0754820}"/>
              </a:ext>
            </a:extLst>
          </p:cNvPr>
          <p:cNvSpPr/>
          <p:nvPr/>
        </p:nvSpPr>
        <p:spPr>
          <a:xfrm>
            <a:off x="4538332" y="3610584"/>
            <a:ext cx="3676650" cy="4953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6" name="Rectangle 35">
            <a:extLst>
              <a:ext uri="{FF2B5EF4-FFF2-40B4-BE49-F238E27FC236}">
                <a16:creationId xmlns:a16="http://schemas.microsoft.com/office/drawing/2014/main" id="{5EF36260-51BA-C2A2-32DB-81958045B967}"/>
              </a:ext>
            </a:extLst>
          </p:cNvPr>
          <p:cNvSpPr/>
          <p:nvPr/>
        </p:nvSpPr>
        <p:spPr>
          <a:xfrm>
            <a:off x="4538332" y="4296066"/>
            <a:ext cx="3676650" cy="4953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0" name="TextBox 39">
            <a:extLst>
              <a:ext uri="{FF2B5EF4-FFF2-40B4-BE49-F238E27FC236}">
                <a16:creationId xmlns:a16="http://schemas.microsoft.com/office/drawing/2014/main" id="{78469FB5-C9E1-FE24-A5EE-56D51126DA38}"/>
              </a:ext>
            </a:extLst>
          </p:cNvPr>
          <p:cNvSpPr txBox="1"/>
          <p:nvPr/>
        </p:nvSpPr>
        <p:spPr>
          <a:xfrm>
            <a:off x="4789260" y="4349774"/>
            <a:ext cx="2854222" cy="369332"/>
          </a:xfrm>
          <a:prstGeom prst="rect">
            <a:avLst/>
          </a:prstGeom>
          <a:noFill/>
        </p:spPr>
        <p:txBody>
          <a:bodyPr wrap="square" rtlCol="0">
            <a:spAutoFit/>
          </a:bodyPr>
          <a:lstStyle/>
          <a:p>
            <a:r>
              <a:rPr lang="en-ZA" dirty="0"/>
              <a:t>Total Revenue and Cars Sold</a:t>
            </a:r>
          </a:p>
        </p:txBody>
      </p:sp>
      <p:sp>
        <p:nvSpPr>
          <p:cNvPr id="41" name="Rectangle 40">
            <a:extLst>
              <a:ext uri="{FF2B5EF4-FFF2-40B4-BE49-F238E27FC236}">
                <a16:creationId xmlns:a16="http://schemas.microsoft.com/office/drawing/2014/main" id="{4048BD43-19F8-2F60-23C4-AA3849B5ECB0}"/>
              </a:ext>
            </a:extLst>
          </p:cNvPr>
          <p:cNvSpPr/>
          <p:nvPr/>
        </p:nvSpPr>
        <p:spPr>
          <a:xfrm>
            <a:off x="4538332" y="4981548"/>
            <a:ext cx="3676650" cy="4953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2" name="TextBox 41">
            <a:extLst>
              <a:ext uri="{FF2B5EF4-FFF2-40B4-BE49-F238E27FC236}">
                <a16:creationId xmlns:a16="http://schemas.microsoft.com/office/drawing/2014/main" id="{4E04844A-355D-4DF4-2629-05098E9F2805}"/>
              </a:ext>
            </a:extLst>
          </p:cNvPr>
          <p:cNvSpPr txBox="1"/>
          <p:nvPr/>
        </p:nvSpPr>
        <p:spPr>
          <a:xfrm>
            <a:off x="4860697" y="5051065"/>
            <a:ext cx="2711347" cy="369332"/>
          </a:xfrm>
          <a:prstGeom prst="rect">
            <a:avLst/>
          </a:prstGeom>
          <a:noFill/>
        </p:spPr>
        <p:txBody>
          <a:bodyPr wrap="square" rtlCol="0">
            <a:spAutoFit/>
          </a:bodyPr>
          <a:lstStyle/>
          <a:p>
            <a:r>
              <a:rPr lang="en-ZA" dirty="0"/>
              <a:t>Suggestions</a:t>
            </a:r>
          </a:p>
        </p:txBody>
      </p:sp>
      <p:sp>
        <p:nvSpPr>
          <p:cNvPr id="43" name="Rectangle 42">
            <a:extLst>
              <a:ext uri="{FF2B5EF4-FFF2-40B4-BE49-F238E27FC236}">
                <a16:creationId xmlns:a16="http://schemas.microsoft.com/office/drawing/2014/main" id="{821B9F0E-21B4-9A54-3C76-B17E31D81A92}"/>
              </a:ext>
            </a:extLst>
          </p:cNvPr>
          <p:cNvSpPr/>
          <p:nvPr/>
        </p:nvSpPr>
        <p:spPr>
          <a:xfrm>
            <a:off x="4538332" y="5657268"/>
            <a:ext cx="3676650" cy="4953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5" name="TextBox 44">
            <a:extLst>
              <a:ext uri="{FF2B5EF4-FFF2-40B4-BE49-F238E27FC236}">
                <a16:creationId xmlns:a16="http://schemas.microsoft.com/office/drawing/2014/main" id="{CFD39DA9-4E62-CA0F-16EC-08F96A54B579}"/>
              </a:ext>
            </a:extLst>
          </p:cNvPr>
          <p:cNvSpPr txBox="1"/>
          <p:nvPr/>
        </p:nvSpPr>
        <p:spPr>
          <a:xfrm>
            <a:off x="4723248" y="2962198"/>
            <a:ext cx="2711347" cy="369332"/>
          </a:xfrm>
          <a:prstGeom prst="rect">
            <a:avLst/>
          </a:prstGeom>
          <a:noFill/>
        </p:spPr>
        <p:txBody>
          <a:bodyPr wrap="square" rtlCol="0">
            <a:spAutoFit/>
          </a:bodyPr>
          <a:lstStyle/>
          <a:p>
            <a:r>
              <a:rPr lang="en-ZA" dirty="0"/>
              <a:t>State Sales</a:t>
            </a:r>
          </a:p>
        </p:txBody>
      </p:sp>
      <p:sp>
        <p:nvSpPr>
          <p:cNvPr id="50" name="TextBox 49">
            <a:extLst>
              <a:ext uri="{FF2B5EF4-FFF2-40B4-BE49-F238E27FC236}">
                <a16:creationId xmlns:a16="http://schemas.microsoft.com/office/drawing/2014/main" id="{46F6270B-1DCF-9E01-4CD0-9E5F71295BC7}"/>
              </a:ext>
            </a:extLst>
          </p:cNvPr>
          <p:cNvSpPr txBox="1"/>
          <p:nvPr/>
        </p:nvSpPr>
        <p:spPr>
          <a:xfrm>
            <a:off x="4723249" y="3667035"/>
            <a:ext cx="2711347" cy="369332"/>
          </a:xfrm>
          <a:prstGeom prst="rect">
            <a:avLst/>
          </a:prstGeom>
          <a:noFill/>
        </p:spPr>
        <p:txBody>
          <a:bodyPr wrap="square" rtlCol="0">
            <a:spAutoFit/>
          </a:bodyPr>
          <a:lstStyle/>
          <a:p>
            <a:r>
              <a:rPr lang="en-ZA" dirty="0"/>
              <a:t>Rating Scales</a:t>
            </a:r>
          </a:p>
        </p:txBody>
      </p:sp>
      <p:sp>
        <p:nvSpPr>
          <p:cNvPr id="53" name="TextBox 52">
            <a:extLst>
              <a:ext uri="{FF2B5EF4-FFF2-40B4-BE49-F238E27FC236}">
                <a16:creationId xmlns:a16="http://schemas.microsoft.com/office/drawing/2014/main" id="{E8D3CBC4-272A-8CE7-DE79-89475BFE708A}"/>
              </a:ext>
            </a:extLst>
          </p:cNvPr>
          <p:cNvSpPr txBox="1"/>
          <p:nvPr/>
        </p:nvSpPr>
        <p:spPr>
          <a:xfrm>
            <a:off x="4860697" y="5710760"/>
            <a:ext cx="2711347" cy="369332"/>
          </a:xfrm>
          <a:prstGeom prst="rect">
            <a:avLst/>
          </a:prstGeom>
          <a:noFill/>
        </p:spPr>
        <p:txBody>
          <a:bodyPr wrap="square" rtlCol="0">
            <a:spAutoFit/>
          </a:bodyPr>
          <a:lstStyle/>
          <a:p>
            <a:r>
              <a:rPr lang="en-ZA" dirty="0"/>
              <a:t>Thanks</a:t>
            </a:r>
          </a:p>
        </p:txBody>
      </p:sp>
      <p:sp>
        <p:nvSpPr>
          <p:cNvPr id="54" name="TextBox 53">
            <a:extLst>
              <a:ext uri="{FF2B5EF4-FFF2-40B4-BE49-F238E27FC236}">
                <a16:creationId xmlns:a16="http://schemas.microsoft.com/office/drawing/2014/main" id="{9AAF4886-E606-98AC-62C1-FDE34B2DE75F}"/>
              </a:ext>
            </a:extLst>
          </p:cNvPr>
          <p:cNvSpPr txBox="1"/>
          <p:nvPr/>
        </p:nvSpPr>
        <p:spPr>
          <a:xfrm>
            <a:off x="5327488" y="1873233"/>
            <a:ext cx="2238999" cy="215444"/>
          </a:xfrm>
          <a:prstGeom prst="rect">
            <a:avLst/>
          </a:prstGeom>
          <a:noFill/>
        </p:spPr>
        <p:txBody>
          <a:bodyPr wrap="square" rtlCol="0">
            <a:spAutoFit/>
          </a:bodyPr>
          <a:lstStyle/>
          <a:p>
            <a:r>
              <a:rPr lang="en-US" sz="800" dirty="0">
                <a:solidFill>
                  <a:srgbClr val="FF0000"/>
                </a:solidFill>
              </a:rPr>
              <a:t>Steady upward trend in total revenue</a:t>
            </a:r>
            <a:endParaRPr lang="en-ZA" sz="800" dirty="0">
              <a:solidFill>
                <a:srgbClr val="FF0000"/>
              </a:solidFill>
            </a:endParaRPr>
          </a:p>
        </p:txBody>
      </p:sp>
      <p:sp>
        <p:nvSpPr>
          <p:cNvPr id="55" name="TextBox 54">
            <a:extLst>
              <a:ext uri="{FF2B5EF4-FFF2-40B4-BE49-F238E27FC236}">
                <a16:creationId xmlns:a16="http://schemas.microsoft.com/office/drawing/2014/main" id="{EBFF7AD7-B630-4E0E-8B34-746040BBEEA9}"/>
              </a:ext>
            </a:extLst>
          </p:cNvPr>
          <p:cNvSpPr txBox="1"/>
          <p:nvPr/>
        </p:nvSpPr>
        <p:spPr>
          <a:xfrm>
            <a:off x="5341122" y="2556736"/>
            <a:ext cx="2238999" cy="215444"/>
          </a:xfrm>
          <a:prstGeom prst="rect">
            <a:avLst/>
          </a:prstGeom>
          <a:noFill/>
        </p:spPr>
        <p:txBody>
          <a:bodyPr wrap="square" rtlCol="0">
            <a:spAutoFit/>
          </a:bodyPr>
          <a:lstStyle/>
          <a:p>
            <a:r>
              <a:rPr lang="en-US" sz="800" dirty="0">
                <a:solidFill>
                  <a:srgbClr val="FF0000"/>
                </a:solidFill>
              </a:rPr>
              <a:t>Ford leads with over $2 billion</a:t>
            </a:r>
            <a:endParaRPr lang="en-ZA" sz="800" dirty="0">
              <a:solidFill>
                <a:srgbClr val="FF0000"/>
              </a:solidFill>
            </a:endParaRPr>
          </a:p>
        </p:txBody>
      </p:sp>
      <p:sp>
        <p:nvSpPr>
          <p:cNvPr id="56" name="TextBox 55">
            <a:extLst>
              <a:ext uri="{FF2B5EF4-FFF2-40B4-BE49-F238E27FC236}">
                <a16:creationId xmlns:a16="http://schemas.microsoft.com/office/drawing/2014/main" id="{74561E81-0AB6-41FF-1D44-F5C30D712F6F}"/>
              </a:ext>
            </a:extLst>
          </p:cNvPr>
          <p:cNvSpPr txBox="1"/>
          <p:nvPr/>
        </p:nvSpPr>
        <p:spPr>
          <a:xfrm>
            <a:off x="5327489" y="3238933"/>
            <a:ext cx="2238999" cy="215444"/>
          </a:xfrm>
          <a:prstGeom prst="rect">
            <a:avLst/>
          </a:prstGeom>
          <a:noFill/>
        </p:spPr>
        <p:txBody>
          <a:bodyPr wrap="square" rtlCol="0">
            <a:spAutoFit/>
          </a:bodyPr>
          <a:lstStyle/>
          <a:p>
            <a:r>
              <a:rPr lang="en-US" sz="800" dirty="0">
                <a:solidFill>
                  <a:srgbClr val="FF0000"/>
                </a:solidFill>
              </a:rPr>
              <a:t>Florida emerges as the leading state with 15.14%</a:t>
            </a:r>
            <a:endParaRPr lang="en-ZA" sz="800" dirty="0">
              <a:solidFill>
                <a:srgbClr val="FF0000"/>
              </a:solidFill>
            </a:endParaRPr>
          </a:p>
        </p:txBody>
      </p:sp>
      <p:sp>
        <p:nvSpPr>
          <p:cNvPr id="57" name="TextBox 56">
            <a:extLst>
              <a:ext uri="{FF2B5EF4-FFF2-40B4-BE49-F238E27FC236}">
                <a16:creationId xmlns:a16="http://schemas.microsoft.com/office/drawing/2014/main" id="{31A3901E-E7B8-F21B-B9A2-8A5830792110}"/>
              </a:ext>
            </a:extLst>
          </p:cNvPr>
          <p:cNvSpPr txBox="1"/>
          <p:nvPr/>
        </p:nvSpPr>
        <p:spPr>
          <a:xfrm>
            <a:off x="5327489" y="3906716"/>
            <a:ext cx="2532718" cy="215444"/>
          </a:xfrm>
          <a:prstGeom prst="rect">
            <a:avLst/>
          </a:prstGeom>
          <a:noFill/>
        </p:spPr>
        <p:txBody>
          <a:bodyPr wrap="square" rtlCol="0">
            <a:spAutoFit/>
          </a:bodyPr>
          <a:lstStyle/>
          <a:p>
            <a:r>
              <a:rPr lang="en-US" sz="800" dirty="0">
                <a:solidFill>
                  <a:srgbClr val="FF0000"/>
                </a:solidFill>
              </a:rPr>
              <a:t>Provides quick insight into customer ratings</a:t>
            </a:r>
            <a:endParaRPr lang="en-ZA" sz="800" dirty="0">
              <a:solidFill>
                <a:srgbClr val="FF0000"/>
              </a:solidFill>
            </a:endParaRPr>
          </a:p>
        </p:txBody>
      </p:sp>
      <p:sp>
        <p:nvSpPr>
          <p:cNvPr id="58" name="TextBox 57">
            <a:extLst>
              <a:ext uri="{FF2B5EF4-FFF2-40B4-BE49-F238E27FC236}">
                <a16:creationId xmlns:a16="http://schemas.microsoft.com/office/drawing/2014/main" id="{767E1321-F2E1-8A27-5671-2FE5220FDD5F}"/>
              </a:ext>
            </a:extLst>
          </p:cNvPr>
          <p:cNvSpPr txBox="1"/>
          <p:nvPr/>
        </p:nvSpPr>
        <p:spPr>
          <a:xfrm>
            <a:off x="5341122" y="4613233"/>
            <a:ext cx="2532718" cy="215444"/>
          </a:xfrm>
          <a:prstGeom prst="rect">
            <a:avLst/>
          </a:prstGeom>
          <a:noFill/>
        </p:spPr>
        <p:txBody>
          <a:bodyPr wrap="square" rtlCol="0">
            <a:spAutoFit/>
          </a:bodyPr>
          <a:lstStyle/>
          <a:p>
            <a:r>
              <a:rPr lang="en-US" sz="800" dirty="0">
                <a:solidFill>
                  <a:srgbClr val="FF0000"/>
                </a:solidFill>
              </a:rPr>
              <a:t>Revenue showed strong growth between 2010 and 2015</a:t>
            </a:r>
            <a:endParaRPr lang="en-ZA" sz="800" dirty="0">
              <a:solidFill>
                <a:srgbClr val="FF0000"/>
              </a:solidFill>
            </a:endParaRPr>
          </a:p>
        </p:txBody>
      </p:sp>
      <p:sp>
        <p:nvSpPr>
          <p:cNvPr id="59" name="TextBox 58">
            <a:extLst>
              <a:ext uri="{FF2B5EF4-FFF2-40B4-BE49-F238E27FC236}">
                <a16:creationId xmlns:a16="http://schemas.microsoft.com/office/drawing/2014/main" id="{0B78598B-8E25-4B34-1A52-37AA27FB72B0}"/>
              </a:ext>
            </a:extLst>
          </p:cNvPr>
          <p:cNvSpPr txBox="1"/>
          <p:nvPr/>
        </p:nvSpPr>
        <p:spPr>
          <a:xfrm>
            <a:off x="5341122" y="5288737"/>
            <a:ext cx="2873860" cy="215444"/>
          </a:xfrm>
          <a:prstGeom prst="rect">
            <a:avLst/>
          </a:prstGeom>
          <a:noFill/>
        </p:spPr>
        <p:txBody>
          <a:bodyPr wrap="square" rtlCol="0">
            <a:spAutoFit/>
          </a:bodyPr>
          <a:lstStyle/>
          <a:p>
            <a:r>
              <a:rPr lang="en-US" sz="800" dirty="0">
                <a:solidFill>
                  <a:srgbClr val="FF0000"/>
                </a:solidFill>
              </a:rPr>
              <a:t>Use strong financial periods to build a more diverse and resilient</a:t>
            </a:r>
            <a:endParaRPr lang="en-ZA" sz="800" dirty="0">
              <a:solidFill>
                <a:srgbClr val="FF0000"/>
              </a:solidFill>
            </a:endParaRPr>
          </a:p>
        </p:txBody>
      </p:sp>
      <p:sp>
        <p:nvSpPr>
          <p:cNvPr id="60" name="TextBox 59">
            <a:extLst>
              <a:ext uri="{FF2B5EF4-FFF2-40B4-BE49-F238E27FC236}">
                <a16:creationId xmlns:a16="http://schemas.microsoft.com/office/drawing/2014/main" id="{94B929F0-A6E4-F1D1-46A3-01D6DC7B29DB}"/>
              </a:ext>
            </a:extLst>
          </p:cNvPr>
          <p:cNvSpPr txBox="1"/>
          <p:nvPr/>
        </p:nvSpPr>
        <p:spPr>
          <a:xfrm>
            <a:off x="5341122" y="5945278"/>
            <a:ext cx="2873860" cy="215444"/>
          </a:xfrm>
          <a:prstGeom prst="rect">
            <a:avLst/>
          </a:prstGeom>
          <a:noFill/>
        </p:spPr>
        <p:txBody>
          <a:bodyPr wrap="square" rtlCol="0">
            <a:spAutoFit/>
          </a:bodyPr>
          <a:lstStyle/>
          <a:p>
            <a:r>
              <a:rPr lang="en-US" sz="800" dirty="0">
                <a:solidFill>
                  <a:srgbClr val="FF0000"/>
                </a:solidFill>
              </a:rPr>
              <a:t>Questions and Answers</a:t>
            </a:r>
            <a:endParaRPr lang="en-ZA" sz="800" dirty="0">
              <a:solidFill>
                <a:srgbClr val="FF0000"/>
              </a:solidFill>
            </a:endParaRPr>
          </a:p>
        </p:txBody>
      </p:sp>
    </p:spTree>
    <p:extLst>
      <p:ext uri="{BB962C8B-B14F-4D97-AF65-F5344CB8AC3E}">
        <p14:creationId xmlns:p14="http://schemas.microsoft.com/office/powerpoint/2010/main" val="211635335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0834D-DFE2-EBFD-6E97-7C05ADC7156F}"/>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A709524A-ACEB-164E-4316-9E6BCE75937C}"/>
              </a:ext>
            </a:extLst>
          </p:cNvPr>
          <p:cNvSpPr/>
          <p:nvPr/>
        </p:nvSpPr>
        <p:spPr>
          <a:xfrm>
            <a:off x="279354" y="4977543"/>
            <a:ext cx="5354828" cy="46166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Rectángulo 12">
            <a:extLst>
              <a:ext uri="{FF2B5EF4-FFF2-40B4-BE49-F238E27FC236}">
                <a16:creationId xmlns:a16="http://schemas.microsoft.com/office/drawing/2014/main" id="{07B5223D-9278-DF82-B0EC-B476A5608D3E}"/>
              </a:ext>
            </a:extLst>
          </p:cNvPr>
          <p:cNvSpPr/>
          <p:nvPr/>
        </p:nvSpPr>
        <p:spPr>
          <a:xfrm>
            <a:off x="0" y="6590400"/>
            <a:ext cx="12192000" cy="130120"/>
          </a:xfrm>
          <a:prstGeom prst="rect">
            <a:avLst/>
          </a:prstGeom>
          <a:solidFill>
            <a:srgbClr val="F01D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es-PE"/>
          </a:p>
        </p:txBody>
      </p:sp>
      <p:sp>
        <p:nvSpPr>
          <p:cNvPr id="8" name="TextBox 7">
            <a:extLst>
              <a:ext uri="{FF2B5EF4-FFF2-40B4-BE49-F238E27FC236}">
                <a16:creationId xmlns:a16="http://schemas.microsoft.com/office/drawing/2014/main" id="{A61397ED-DE42-5806-123F-175D8F56CB5C}"/>
              </a:ext>
            </a:extLst>
          </p:cNvPr>
          <p:cNvSpPr txBox="1"/>
          <p:nvPr/>
        </p:nvSpPr>
        <p:spPr>
          <a:xfrm>
            <a:off x="1614301" y="-6177"/>
            <a:ext cx="9905507" cy="1213474"/>
          </a:xfrm>
          <a:prstGeom prst="rect">
            <a:avLst/>
          </a:prstGeom>
          <a:noFill/>
        </p:spPr>
        <p:txBody>
          <a:bodyPr wrap="square" rtlCol="0">
            <a:spAutoFit/>
          </a:bodyPr>
          <a:lstStyle>
            <a:defPPr/>
          </a:lstStyle>
          <a:p>
            <a:pPr>
              <a:lnSpc>
                <a:spcPts val="10000"/>
              </a:lnSpc>
            </a:pPr>
            <a:r>
              <a:rPr lang="en-US" sz="4800" kern="2200" spc="80" dirty="0">
                <a:solidFill>
                  <a:srgbClr val="FF0000"/>
                </a:solidFill>
                <a:latin typeface="Abril Fatface" panose="02000503000000020003" pitchFamily="2" charset="0"/>
                <a:ea typeface="Arimo" panose="020B0604020202020204" pitchFamily="34" charset="0"/>
                <a:cs typeface="Arimo" panose="020B0604020202020204" pitchFamily="34" charset="0"/>
              </a:rPr>
              <a:t>Revenue and Trends Over Time</a:t>
            </a:r>
          </a:p>
        </p:txBody>
      </p:sp>
      <p:grpSp>
        <p:nvGrpSpPr>
          <p:cNvPr id="9" name="Google Shape;10184;p74">
            <a:extLst>
              <a:ext uri="{FF2B5EF4-FFF2-40B4-BE49-F238E27FC236}">
                <a16:creationId xmlns:a16="http://schemas.microsoft.com/office/drawing/2014/main" id="{6B0FB0F6-2CB0-ADBE-16F0-F419D6962442}"/>
              </a:ext>
            </a:extLst>
          </p:cNvPr>
          <p:cNvGrpSpPr/>
          <p:nvPr/>
        </p:nvGrpSpPr>
        <p:grpSpPr>
          <a:xfrm>
            <a:off x="10916224" y="518945"/>
            <a:ext cx="523675" cy="559533"/>
            <a:chOff x="-61783348" y="3743950"/>
            <a:chExt cx="316650" cy="317450"/>
          </a:xfrm>
          <a:solidFill>
            <a:schemeClr val="tx1">
              <a:lumMod val="85000"/>
              <a:lumOff val="15000"/>
            </a:schemeClr>
          </a:solidFill>
        </p:grpSpPr>
        <p:sp>
          <p:nvSpPr>
            <p:cNvPr id="10" name="Google Shape;10185;p74">
              <a:extLst>
                <a:ext uri="{FF2B5EF4-FFF2-40B4-BE49-F238E27FC236}">
                  <a16:creationId xmlns:a16="http://schemas.microsoft.com/office/drawing/2014/main" id="{0FD380AB-4620-4570-9EE8-E21402B92D21}"/>
                </a:ext>
              </a:extLst>
            </p:cNvPr>
            <p:cNvSpPr/>
            <p:nvPr/>
          </p:nvSpPr>
          <p:spPr>
            <a:xfrm>
              <a:off x="-61783348"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grpFill/>
            <a:ln>
              <a:noFill/>
            </a:ln>
          </p:spPr>
          <p:txBody>
            <a:bodyPr spcFirstLastPara="1" wrap="square" lIns="91425" tIns="91425" rIns="91425" bIns="91425" anchor="ctr" anchorCtr="0">
              <a:noAutofit/>
            </a:bodyPr>
            <a:lstStyle>
              <a:defPPr/>
            </a:lstStyle>
            <a:p>
              <a:endParaRPr sz="1400"/>
            </a:p>
          </p:txBody>
        </p:sp>
        <p:sp>
          <p:nvSpPr>
            <p:cNvPr id="11" name="Google Shape;10186;p74">
              <a:extLst>
                <a:ext uri="{FF2B5EF4-FFF2-40B4-BE49-F238E27FC236}">
                  <a16:creationId xmlns:a16="http://schemas.microsoft.com/office/drawing/2014/main" id="{55DFF768-A162-E73B-07DD-3804C4123E61}"/>
                </a:ext>
              </a:extLst>
            </p:cNvPr>
            <p:cNvSpPr/>
            <p:nvPr/>
          </p:nvSpPr>
          <p:spPr>
            <a:xfrm>
              <a:off x="-61739227"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grpFill/>
            <a:ln>
              <a:noFill/>
            </a:ln>
          </p:spPr>
          <p:txBody>
            <a:bodyPr spcFirstLastPara="1" wrap="square" lIns="91425" tIns="91425" rIns="91425" bIns="91425" anchor="ctr" anchorCtr="0">
              <a:noAutofit/>
            </a:bodyPr>
            <a:lstStyle>
              <a:defPPr/>
            </a:lstStyle>
            <a:p>
              <a:endParaRPr sz="1400"/>
            </a:p>
          </p:txBody>
        </p:sp>
      </p:grpSp>
      <p:pic>
        <p:nvPicPr>
          <p:cNvPr id="15" name="Picture 14">
            <a:extLst>
              <a:ext uri="{FF2B5EF4-FFF2-40B4-BE49-F238E27FC236}">
                <a16:creationId xmlns:a16="http://schemas.microsoft.com/office/drawing/2014/main" id="{E38FDF04-EC82-4E46-4B7B-B0D1BE198034}"/>
              </a:ext>
            </a:extLst>
          </p:cNvPr>
          <p:cNvPicPr>
            <a:picLocks noChangeAspect="1"/>
          </p:cNvPicPr>
          <p:nvPr/>
        </p:nvPicPr>
        <p:blipFill>
          <a:blip r:embed="rId3"/>
          <a:stretch>
            <a:fillRect/>
          </a:stretch>
        </p:blipFill>
        <p:spPr>
          <a:xfrm>
            <a:off x="6089744" y="3102265"/>
            <a:ext cx="5862654" cy="3186240"/>
          </a:xfrm>
          <a:prstGeom prst="rect">
            <a:avLst/>
          </a:prstGeom>
        </p:spPr>
      </p:pic>
      <p:sp>
        <p:nvSpPr>
          <p:cNvPr id="16" name="TextBox 15">
            <a:extLst>
              <a:ext uri="{FF2B5EF4-FFF2-40B4-BE49-F238E27FC236}">
                <a16:creationId xmlns:a16="http://schemas.microsoft.com/office/drawing/2014/main" id="{22E7B394-E113-8818-55AE-D412DAC64480}"/>
              </a:ext>
            </a:extLst>
          </p:cNvPr>
          <p:cNvSpPr txBox="1"/>
          <p:nvPr/>
        </p:nvSpPr>
        <p:spPr>
          <a:xfrm>
            <a:off x="244516" y="4977543"/>
            <a:ext cx="5559373" cy="461665"/>
          </a:xfrm>
          <a:prstGeom prst="rect">
            <a:avLst/>
          </a:prstGeom>
          <a:noFill/>
        </p:spPr>
        <p:txBody>
          <a:bodyPr wrap="square" rtlCol="0">
            <a:spAutoFit/>
          </a:bodyPr>
          <a:lstStyle/>
          <a:p>
            <a:r>
              <a:rPr lang="en-US" sz="1200" dirty="0"/>
              <a:t>The graph above illustrates the profit trend achieved over the years. A clear upward trajectory is visible, signaling consistent growth and a positive outlook for the market</a:t>
            </a:r>
            <a:endParaRPr lang="en-ZA" sz="1200" dirty="0"/>
          </a:p>
        </p:txBody>
      </p:sp>
      <p:pic>
        <p:nvPicPr>
          <p:cNvPr id="18" name="Picture 17">
            <a:extLst>
              <a:ext uri="{FF2B5EF4-FFF2-40B4-BE49-F238E27FC236}">
                <a16:creationId xmlns:a16="http://schemas.microsoft.com/office/drawing/2014/main" id="{BD4BB212-81EA-840C-2D68-7D5321925AE8}"/>
              </a:ext>
            </a:extLst>
          </p:cNvPr>
          <p:cNvPicPr>
            <a:picLocks noChangeAspect="1"/>
          </p:cNvPicPr>
          <p:nvPr/>
        </p:nvPicPr>
        <p:blipFill>
          <a:blip r:embed="rId4"/>
          <a:stretch>
            <a:fillRect/>
          </a:stretch>
        </p:blipFill>
        <p:spPr>
          <a:xfrm>
            <a:off x="279354" y="1567516"/>
            <a:ext cx="5559373" cy="3186240"/>
          </a:xfrm>
          <a:prstGeom prst="rect">
            <a:avLst/>
          </a:prstGeom>
        </p:spPr>
      </p:pic>
      <p:sp>
        <p:nvSpPr>
          <p:cNvPr id="21" name="TextBox 20">
            <a:extLst>
              <a:ext uri="{FF2B5EF4-FFF2-40B4-BE49-F238E27FC236}">
                <a16:creationId xmlns:a16="http://schemas.microsoft.com/office/drawing/2014/main" id="{588135A4-11AE-48BB-D072-BFE6FE2D31B2}"/>
              </a:ext>
            </a:extLst>
          </p:cNvPr>
          <p:cNvSpPr txBox="1"/>
          <p:nvPr/>
        </p:nvSpPr>
        <p:spPr>
          <a:xfrm>
            <a:off x="6089744" y="1953111"/>
            <a:ext cx="5751991" cy="646331"/>
          </a:xfrm>
          <a:prstGeom prst="rect">
            <a:avLst/>
          </a:prstGeom>
          <a:noFill/>
        </p:spPr>
        <p:txBody>
          <a:bodyPr wrap="square" rtlCol="0">
            <a:spAutoFit/>
          </a:bodyPr>
          <a:lstStyle/>
          <a:p>
            <a:r>
              <a:rPr lang="en-US" sz="1200" dirty="0"/>
              <a:t>This bar chart highlights a steady upward trend in total revenue, reflecting sustained performance and growing market confidence. The standout years achieved annual revenues exceeding $2 billion, marking key milestones in the company’s financial success.</a:t>
            </a:r>
            <a:endParaRPr lang="en-ZA" sz="1200" dirty="0"/>
          </a:p>
        </p:txBody>
      </p:sp>
      <p:sp>
        <p:nvSpPr>
          <p:cNvPr id="22" name="Rectangle 21">
            <a:extLst>
              <a:ext uri="{FF2B5EF4-FFF2-40B4-BE49-F238E27FC236}">
                <a16:creationId xmlns:a16="http://schemas.microsoft.com/office/drawing/2014/main" id="{DF7E784D-C19A-BB47-2E66-88B385373D0D}"/>
              </a:ext>
            </a:extLst>
          </p:cNvPr>
          <p:cNvSpPr/>
          <p:nvPr/>
        </p:nvSpPr>
        <p:spPr>
          <a:xfrm>
            <a:off x="279354" y="4977543"/>
            <a:ext cx="5472793" cy="461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5" name="Rectangle 24">
            <a:extLst>
              <a:ext uri="{FF2B5EF4-FFF2-40B4-BE49-F238E27FC236}">
                <a16:creationId xmlns:a16="http://schemas.microsoft.com/office/drawing/2014/main" id="{F3CF942C-E0CF-D409-91C2-E72809EED8DF}"/>
              </a:ext>
            </a:extLst>
          </p:cNvPr>
          <p:cNvSpPr/>
          <p:nvPr/>
        </p:nvSpPr>
        <p:spPr>
          <a:xfrm>
            <a:off x="6089744" y="1953111"/>
            <a:ext cx="5751991"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6" name="Oval 25">
            <a:extLst>
              <a:ext uri="{FF2B5EF4-FFF2-40B4-BE49-F238E27FC236}">
                <a16:creationId xmlns:a16="http://schemas.microsoft.com/office/drawing/2014/main" id="{518B6D9A-B632-1AF3-0207-22D50FA6D8D4}"/>
              </a:ext>
            </a:extLst>
          </p:cNvPr>
          <p:cNvSpPr/>
          <p:nvPr/>
        </p:nvSpPr>
        <p:spPr>
          <a:xfrm>
            <a:off x="11693237" y="0"/>
            <a:ext cx="498763" cy="45745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27" name="TextBox 26">
            <a:extLst>
              <a:ext uri="{FF2B5EF4-FFF2-40B4-BE49-F238E27FC236}">
                <a16:creationId xmlns:a16="http://schemas.microsoft.com/office/drawing/2014/main" id="{5B8DA5F0-D46E-C9AB-ED47-14EDE299662B}"/>
              </a:ext>
            </a:extLst>
          </p:cNvPr>
          <p:cNvSpPr txBox="1"/>
          <p:nvPr/>
        </p:nvSpPr>
        <p:spPr>
          <a:xfrm>
            <a:off x="11792609" y="44062"/>
            <a:ext cx="203200" cy="369332"/>
          </a:xfrm>
          <a:prstGeom prst="rect">
            <a:avLst/>
          </a:prstGeom>
          <a:noFill/>
        </p:spPr>
        <p:txBody>
          <a:bodyPr wrap="square" rtlCol="0">
            <a:spAutoFit/>
          </a:bodyPr>
          <a:lstStyle/>
          <a:p>
            <a:r>
              <a:rPr lang="en-ZA" dirty="0">
                <a:solidFill>
                  <a:schemeClr val="bg1"/>
                </a:solidFill>
              </a:rPr>
              <a:t>3</a:t>
            </a:r>
          </a:p>
        </p:txBody>
      </p:sp>
    </p:spTree>
    <p:extLst>
      <p:ext uri="{BB962C8B-B14F-4D97-AF65-F5344CB8AC3E}">
        <p14:creationId xmlns:p14="http://schemas.microsoft.com/office/powerpoint/2010/main" val="419809039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1C4EB-615E-EBBF-5B0B-C3F2C4E37FDE}"/>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404FE058-C911-A44E-9AD2-88DCE47E4F74}"/>
              </a:ext>
            </a:extLst>
          </p:cNvPr>
          <p:cNvSpPr/>
          <p:nvPr/>
        </p:nvSpPr>
        <p:spPr>
          <a:xfrm>
            <a:off x="0" y="6590400"/>
            <a:ext cx="12192000" cy="130120"/>
          </a:xfrm>
          <a:prstGeom prst="rect">
            <a:avLst/>
          </a:prstGeom>
          <a:solidFill>
            <a:srgbClr val="F01D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es-PE"/>
          </a:p>
        </p:txBody>
      </p:sp>
      <p:sp>
        <p:nvSpPr>
          <p:cNvPr id="8" name="TextBox 7">
            <a:extLst>
              <a:ext uri="{FF2B5EF4-FFF2-40B4-BE49-F238E27FC236}">
                <a16:creationId xmlns:a16="http://schemas.microsoft.com/office/drawing/2014/main" id="{90EC8235-E693-4B80-F6C8-612290FE804D}"/>
              </a:ext>
            </a:extLst>
          </p:cNvPr>
          <p:cNvSpPr txBox="1"/>
          <p:nvPr/>
        </p:nvSpPr>
        <p:spPr>
          <a:xfrm>
            <a:off x="1536302" y="0"/>
            <a:ext cx="9905507" cy="1213474"/>
          </a:xfrm>
          <a:prstGeom prst="rect">
            <a:avLst/>
          </a:prstGeom>
          <a:noFill/>
        </p:spPr>
        <p:txBody>
          <a:bodyPr wrap="square" rtlCol="0">
            <a:spAutoFit/>
          </a:bodyPr>
          <a:lstStyle>
            <a:defPPr/>
          </a:lstStyle>
          <a:p>
            <a:pPr>
              <a:lnSpc>
                <a:spcPts val="10000"/>
              </a:lnSpc>
            </a:pPr>
            <a:r>
              <a:rPr lang="en-US" sz="4800" kern="2200" spc="80" dirty="0">
                <a:solidFill>
                  <a:srgbClr val="FF0000"/>
                </a:solidFill>
                <a:latin typeface="Abril Fatface" panose="02000503000000020003" pitchFamily="2" charset="0"/>
                <a:ea typeface="Arimo" panose="020B0604020202020204" pitchFamily="34" charset="0"/>
                <a:cs typeface="Arimo" panose="020B0604020202020204" pitchFamily="34" charset="0"/>
              </a:rPr>
              <a:t>Make And Model by Sale Volume</a:t>
            </a:r>
          </a:p>
        </p:txBody>
      </p:sp>
      <p:pic>
        <p:nvPicPr>
          <p:cNvPr id="2" name="Picture 1">
            <a:extLst>
              <a:ext uri="{FF2B5EF4-FFF2-40B4-BE49-F238E27FC236}">
                <a16:creationId xmlns:a16="http://schemas.microsoft.com/office/drawing/2014/main" id="{C4F488A0-196A-0099-A27A-70D6197E2C8A}"/>
              </a:ext>
            </a:extLst>
          </p:cNvPr>
          <p:cNvPicPr>
            <a:picLocks noChangeAspect="1"/>
          </p:cNvPicPr>
          <p:nvPr/>
        </p:nvPicPr>
        <p:blipFill>
          <a:blip r:embed="rId3"/>
          <a:stretch>
            <a:fillRect/>
          </a:stretch>
        </p:blipFill>
        <p:spPr>
          <a:xfrm>
            <a:off x="6489056" y="3074304"/>
            <a:ext cx="5462797" cy="3156049"/>
          </a:xfrm>
          <a:prstGeom prst="rect">
            <a:avLst/>
          </a:prstGeom>
        </p:spPr>
      </p:pic>
      <p:pic>
        <p:nvPicPr>
          <p:cNvPr id="3" name="Picture 2">
            <a:extLst>
              <a:ext uri="{FF2B5EF4-FFF2-40B4-BE49-F238E27FC236}">
                <a16:creationId xmlns:a16="http://schemas.microsoft.com/office/drawing/2014/main" id="{10FE73F7-FA50-5175-94A3-FB24554ADA45}"/>
              </a:ext>
            </a:extLst>
          </p:cNvPr>
          <p:cNvPicPr>
            <a:picLocks noChangeAspect="1"/>
          </p:cNvPicPr>
          <p:nvPr/>
        </p:nvPicPr>
        <p:blipFill>
          <a:blip r:embed="rId4"/>
          <a:stretch>
            <a:fillRect/>
          </a:stretch>
        </p:blipFill>
        <p:spPr>
          <a:xfrm>
            <a:off x="240147" y="1445960"/>
            <a:ext cx="5791198" cy="3075666"/>
          </a:xfrm>
          <a:prstGeom prst="rect">
            <a:avLst/>
          </a:prstGeom>
        </p:spPr>
      </p:pic>
      <p:sp>
        <p:nvSpPr>
          <p:cNvPr id="4" name="Rectangle 7">
            <a:extLst>
              <a:ext uri="{FF2B5EF4-FFF2-40B4-BE49-F238E27FC236}">
                <a16:creationId xmlns:a16="http://schemas.microsoft.com/office/drawing/2014/main" id="{EAD8C00D-75DD-BE22-7D05-6F7CDB64617E}"/>
              </a:ext>
            </a:extLst>
          </p:cNvPr>
          <p:cNvSpPr/>
          <p:nvPr/>
        </p:nvSpPr>
        <p:spPr>
          <a:xfrm>
            <a:off x="11048241" y="511959"/>
            <a:ext cx="471567" cy="471567"/>
          </a:xfrm>
          <a:custGeom>
            <a:avLst/>
            <a:gdLst/>
            <a:ahLst/>
            <a:cxnLst/>
            <a:rect l="l" t="t" r="r" b="b"/>
            <a:pathLst>
              <a:path w="3240000" h="3240000">
                <a:moveTo>
                  <a:pt x="401869" y="2055482"/>
                </a:moveTo>
                <a:lnTo>
                  <a:pt x="869869" y="2055482"/>
                </a:lnTo>
                <a:lnTo>
                  <a:pt x="869869" y="2919482"/>
                </a:lnTo>
                <a:lnTo>
                  <a:pt x="401869" y="2919482"/>
                </a:lnTo>
                <a:close/>
                <a:moveTo>
                  <a:pt x="1121949" y="1695482"/>
                </a:moveTo>
                <a:lnTo>
                  <a:pt x="1589949" y="1695482"/>
                </a:lnTo>
                <a:lnTo>
                  <a:pt x="1589949" y="2919482"/>
                </a:lnTo>
                <a:lnTo>
                  <a:pt x="1121949" y="2919482"/>
                </a:lnTo>
                <a:close/>
                <a:moveTo>
                  <a:pt x="1842029" y="1335482"/>
                </a:moveTo>
                <a:lnTo>
                  <a:pt x="2310029" y="1335482"/>
                </a:lnTo>
                <a:lnTo>
                  <a:pt x="2310029" y="2919482"/>
                </a:lnTo>
                <a:lnTo>
                  <a:pt x="1842029" y="2919482"/>
                </a:lnTo>
                <a:close/>
                <a:moveTo>
                  <a:pt x="2562109" y="975482"/>
                </a:moveTo>
                <a:lnTo>
                  <a:pt x="3030109" y="975482"/>
                </a:lnTo>
                <a:lnTo>
                  <a:pt x="3030109" y="2919482"/>
                </a:lnTo>
                <a:lnTo>
                  <a:pt x="2562109" y="2919482"/>
                </a:lnTo>
                <a:close/>
                <a:moveTo>
                  <a:pt x="2321888" y="224805"/>
                </a:moveTo>
                <a:lnTo>
                  <a:pt x="2880631" y="247420"/>
                </a:lnTo>
                <a:lnTo>
                  <a:pt x="2620844" y="742612"/>
                </a:lnTo>
                <a:lnTo>
                  <a:pt x="2546105" y="613161"/>
                </a:lnTo>
                <a:lnTo>
                  <a:pt x="541555" y="1770488"/>
                </a:lnTo>
                <a:lnTo>
                  <a:pt x="392077" y="1511585"/>
                </a:lnTo>
                <a:lnTo>
                  <a:pt x="2396627" y="354257"/>
                </a:lnTo>
                <a:close/>
                <a:moveTo>
                  <a:pt x="0" y="0"/>
                </a:moveTo>
                <a:lnTo>
                  <a:pt x="180000" y="0"/>
                </a:lnTo>
                <a:lnTo>
                  <a:pt x="180000" y="3059999"/>
                </a:lnTo>
                <a:lnTo>
                  <a:pt x="3240000" y="3059999"/>
                </a:lnTo>
                <a:lnTo>
                  <a:pt x="3240000" y="3239999"/>
                </a:lnTo>
                <a:lnTo>
                  <a:pt x="180000" y="3239999"/>
                </a:lnTo>
                <a:lnTo>
                  <a:pt x="180000" y="3240000"/>
                </a:lnTo>
                <a:lnTo>
                  <a:pt x="0" y="3240000"/>
                </a:lnTo>
                <a:lnTo>
                  <a:pt x="0" y="3239999"/>
                </a:lnTo>
                <a:lnTo>
                  <a:pt x="0" y="3059999"/>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stStyle>
          <a:p>
            <a:pPr algn="ctr"/>
            <a:endParaRPr lang="ko-KR" altLang="en-US" sz="1400">
              <a:solidFill>
                <a:srgbClr val="AE4500"/>
              </a:solidFill>
            </a:endParaRPr>
          </a:p>
        </p:txBody>
      </p:sp>
      <p:sp>
        <p:nvSpPr>
          <p:cNvPr id="5" name="TextBox 4">
            <a:extLst>
              <a:ext uri="{FF2B5EF4-FFF2-40B4-BE49-F238E27FC236}">
                <a16:creationId xmlns:a16="http://schemas.microsoft.com/office/drawing/2014/main" id="{477415E9-447F-6CE4-78CF-F544B4B4DFDF}"/>
              </a:ext>
            </a:extLst>
          </p:cNvPr>
          <p:cNvSpPr txBox="1"/>
          <p:nvPr/>
        </p:nvSpPr>
        <p:spPr>
          <a:xfrm>
            <a:off x="244516" y="4977543"/>
            <a:ext cx="5559373" cy="830997"/>
          </a:xfrm>
          <a:prstGeom prst="rect">
            <a:avLst/>
          </a:prstGeom>
          <a:noFill/>
        </p:spPr>
        <p:txBody>
          <a:bodyPr wrap="square" rtlCol="0">
            <a:spAutoFit/>
          </a:bodyPr>
          <a:lstStyle/>
          <a:p>
            <a:r>
              <a:rPr lang="en-US" sz="1200" dirty="0"/>
              <a:t>This stacked vertical bar chart illustrates the top-performing vehicle brand in terms of revenue generation over the years. Its financial success is largely attributed to a broader range of models, which contributed to higher cumulative sales compared to competing brands. Contributing 42.3% of total revenue</a:t>
            </a:r>
            <a:endParaRPr lang="en-ZA" sz="1200" dirty="0"/>
          </a:p>
        </p:txBody>
      </p:sp>
      <p:sp>
        <p:nvSpPr>
          <p:cNvPr id="6" name="Rectangle 5">
            <a:extLst>
              <a:ext uri="{FF2B5EF4-FFF2-40B4-BE49-F238E27FC236}">
                <a16:creationId xmlns:a16="http://schemas.microsoft.com/office/drawing/2014/main" id="{F8056DFB-1733-9234-A870-C1043FC7CD4B}"/>
              </a:ext>
            </a:extLst>
          </p:cNvPr>
          <p:cNvSpPr/>
          <p:nvPr/>
        </p:nvSpPr>
        <p:spPr>
          <a:xfrm>
            <a:off x="240147" y="4977543"/>
            <a:ext cx="5661889" cy="8598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Rectangle 13">
            <a:extLst>
              <a:ext uri="{FF2B5EF4-FFF2-40B4-BE49-F238E27FC236}">
                <a16:creationId xmlns:a16="http://schemas.microsoft.com/office/drawing/2014/main" id="{35754A73-25DD-8E19-82DA-108359615E26}"/>
              </a:ext>
            </a:extLst>
          </p:cNvPr>
          <p:cNvSpPr/>
          <p:nvPr/>
        </p:nvSpPr>
        <p:spPr>
          <a:xfrm>
            <a:off x="6489056" y="1713969"/>
            <a:ext cx="5462797"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TextBox 16">
            <a:extLst>
              <a:ext uri="{FF2B5EF4-FFF2-40B4-BE49-F238E27FC236}">
                <a16:creationId xmlns:a16="http://schemas.microsoft.com/office/drawing/2014/main" id="{0156DA11-88A2-6C52-A302-25FA2C9011E1}"/>
              </a:ext>
            </a:extLst>
          </p:cNvPr>
          <p:cNvSpPr txBox="1"/>
          <p:nvPr/>
        </p:nvSpPr>
        <p:spPr>
          <a:xfrm>
            <a:off x="6489056" y="1713969"/>
            <a:ext cx="5462797" cy="646331"/>
          </a:xfrm>
          <a:prstGeom prst="rect">
            <a:avLst/>
          </a:prstGeom>
          <a:noFill/>
        </p:spPr>
        <p:txBody>
          <a:bodyPr wrap="square" rtlCol="0">
            <a:spAutoFit/>
          </a:bodyPr>
          <a:lstStyle/>
          <a:p>
            <a:r>
              <a:rPr lang="en-US" sz="1200" dirty="0"/>
              <a:t>The top 10 vehicle makes that have contributed the most total revenue over time include global giants like Ford, Chevrolet, and Nissan, each generating hundreds of Millions annually. Ford leads with over $2 billion in recent revenue.</a:t>
            </a:r>
            <a:endParaRPr lang="en-ZA" sz="1200" dirty="0"/>
          </a:p>
        </p:txBody>
      </p:sp>
      <p:sp>
        <p:nvSpPr>
          <p:cNvPr id="18" name="Oval 17">
            <a:extLst>
              <a:ext uri="{FF2B5EF4-FFF2-40B4-BE49-F238E27FC236}">
                <a16:creationId xmlns:a16="http://schemas.microsoft.com/office/drawing/2014/main" id="{BBD6AACF-3279-747B-8F06-4DBCF1B06413}"/>
              </a:ext>
            </a:extLst>
          </p:cNvPr>
          <p:cNvSpPr/>
          <p:nvPr/>
        </p:nvSpPr>
        <p:spPr>
          <a:xfrm>
            <a:off x="11693237" y="0"/>
            <a:ext cx="498763" cy="45745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19" name="TextBox 18">
            <a:extLst>
              <a:ext uri="{FF2B5EF4-FFF2-40B4-BE49-F238E27FC236}">
                <a16:creationId xmlns:a16="http://schemas.microsoft.com/office/drawing/2014/main" id="{C8C5D11B-597A-8026-B097-207EC61F4C26}"/>
              </a:ext>
            </a:extLst>
          </p:cNvPr>
          <p:cNvSpPr txBox="1"/>
          <p:nvPr/>
        </p:nvSpPr>
        <p:spPr>
          <a:xfrm>
            <a:off x="11792609" y="44062"/>
            <a:ext cx="203200" cy="369332"/>
          </a:xfrm>
          <a:prstGeom prst="rect">
            <a:avLst/>
          </a:prstGeom>
          <a:noFill/>
        </p:spPr>
        <p:txBody>
          <a:bodyPr wrap="square" rtlCol="0">
            <a:spAutoFit/>
          </a:bodyPr>
          <a:lstStyle/>
          <a:p>
            <a:r>
              <a:rPr lang="en-ZA" dirty="0">
                <a:solidFill>
                  <a:schemeClr val="bg1"/>
                </a:solidFill>
              </a:rPr>
              <a:t>4</a:t>
            </a:r>
          </a:p>
        </p:txBody>
      </p:sp>
    </p:spTree>
    <p:extLst>
      <p:ext uri="{BB962C8B-B14F-4D97-AF65-F5344CB8AC3E}">
        <p14:creationId xmlns:p14="http://schemas.microsoft.com/office/powerpoint/2010/main" val="426048910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211-569D-40BB-B6E5-D07741D5B9E5}"/>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693F1DAA-7FEE-28CD-8F0D-B66FD25CF409}"/>
              </a:ext>
            </a:extLst>
          </p:cNvPr>
          <p:cNvSpPr/>
          <p:nvPr/>
        </p:nvSpPr>
        <p:spPr>
          <a:xfrm>
            <a:off x="0" y="6590400"/>
            <a:ext cx="12192000" cy="130120"/>
          </a:xfrm>
          <a:prstGeom prst="rect">
            <a:avLst/>
          </a:prstGeom>
          <a:solidFill>
            <a:srgbClr val="F01D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es-PE"/>
          </a:p>
        </p:txBody>
      </p:sp>
      <p:sp>
        <p:nvSpPr>
          <p:cNvPr id="8" name="TextBox 7">
            <a:extLst>
              <a:ext uri="{FF2B5EF4-FFF2-40B4-BE49-F238E27FC236}">
                <a16:creationId xmlns:a16="http://schemas.microsoft.com/office/drawing/2014/main" id="{81127837-C75C-F037-0024-729509A8618C}"/>
              </a:ext>
            </a:extLst>
          </p:cNvPr>
          <p:cNvSpPr txBox="1"/>
          <p:nvPr/>
        </p:nvSpPr>
        <p:spPr>
          <a:xfrm>
            <a:off x="3038764" y="0"/>
            <a:ext cx="8009989" cy="1213474"/>
          </a:xfrm>
          <a:prstGeom prst="rect">
            <a:avLst/>
          </a:prstGeom>
          <a:noFill/>
        </p:spPr>
        <p:txBody>
          <a:bodyPr wrap="square" rtlCol="0">
            <a:spAutoFit/>
          </a:bodyPr>
          <a:lstStyle>
            <a:defPPr/>
          </a:lstStyle>
          <a:p>
            <a:pPr>
              <a:lnSpc>
                <a:spcPts val="10000"/>
              </a:lnSpc>
            </a:pPr>
            <a:r>
              <a:rPr lang="en-US" sz="4800" kern="2200" spc="80" dirty="0">
                <a:solidFill>
                  <a:srgbClr val="FF0000"/>
                </a:solidFill>
                <a:latin typeface="Abril Fatface" panose="02000503000000020003" pitchFamily="2" charset="0"/>
                <a:ea typeface="Arimo" panose="020B0604020202020204" pitchFamily="34" charset="0"/>
                <a:cs typeface="Arimo" panose="020B0604020202020204" pitchFamily="34" charset="0"/>
              </a:rPr>
              <a:t>State by Sale Volume</a:t>
            </a:r>
          </a:p>
        </p:txBody>
      </p:sp>
      <p:pic>
        <p:nvPicPr>
          <p:cNvPr id="11" name="Picture 10">
            <a:extLst>
              <a:ext uri="{FF2B5EF4-FFF2-40B4-BE49-F238E27FC236}">
                <a16:creationId xmlns:a16="http://schemas.microsoft.com/office/drawing/2014/main" id="{88EAA713-513F-721A-51A5-3F69BEB40634}"/>
              </a:ext>
            </a:extLst>
          </p:cNvPr>
          <p:cNvPicPr>
            <a:picLocks noChangeAspect="1"/>
          </p:cNvPicPr>
          <p:nvPr/>
        </p:nvPicPr>
        <p:blipFill>
          <a:blip r:embed="rId3"/>
          <a:stretch>
            <a:fillRect/>
          </a:stretch>
        </p:blipFill>
        <p:spPr>
          <a:xfrm>
            <a:off x="6552258" y="1213474"/>
            <a:ext cx="5220429" cy="3562847"/>
          </a:xfrm>
          <a:prstGeom prst="rect">
            <a:avLst/>
          </a:prstGeom>
        </p:spPr>
      </p:pic>
      <p:sp>
        <p:nvSpPr>
          <p:cNvPr id="12" name="Rectangle 11">
            <a:extLst>
              <a:ext uri="{FF2B5EF4-FFF2-40B4-BE49-F238E27FC236}">
                <a16:creationId xmlns:a16="http://schemas.microsoft.com/office/drawing/2014/main" id="{3F33B6C7-3875-1DA5-4EEB-53B631B14EF1}"/>
              </a:ext>
            </a:extLst>
          </p:cNvPr>
          <p:cNvSpPr/>
          <p:nvPr/>
        </p:nvSpPr>
        <p:spPr>
          <a:xfrm>
            <a:off x="951345" y="1588655"/>
            <a:ext cx="5006110"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TextBox 13">
            <a:extLst>
              <a:ext uri="{FF2B5EF4-FFF2-40B4-BE49-F238E27FC236}">
                <a16:creationId xmlns:a16="http://schemas.microsoft.com/office/drawing/2014/main" id="{4AACEFFB-5DB3-EFE2-4223-1E43FA6F6DC6}"/>
              </a:ext>
            </a:extLst>
          </p:cNvPr>
          <p:cNvSpPr txBox="1"/>
          <p:nvPr/>
        </p:nvSpPr>
        <p:spPr>
          <a:xfrm>
            <a:off x="951345" y="1588655"/>
            <a:ext cx="5006110" cy="646331"/>
          </a:xfrm>
          <a:prstGeom prst="rect">
            <a:avLst/>
          </a:prstGeom>
          <a:noFill/>
        </p:spPr>
        <p:txBody>
          <a:bodyPr wrap="square" rtlCol="0">
            <a:spAutoFit/>
          </a:bodyPr>
          <a:lstStyle/>
          <a:p>
            <a:r>
              <a:rPr lang="en-US" sz="1200" dirty="0"/>
              <a:t>Florida emerges as the leading state in total revenue contribution, accounting for 15.14% over the analyzed period. The chart underscores regional performance trends and Florida’s consistent economic strength.</a:t>
            </a:r>
            <a:endParaRPr lang="en-ZA" sz="1200" dirty="0"/>
          </a:p>
        </p:txBody>
      </p:sp>
      <p:sp>
        <p:nvSpPr>
          <p:cNvPr id="15" name="Block Arc 41">
            <a:extLst>
              <a:ext uri="{FF2B5EF4-FFF2-40B4-BE49-F238E27FC236}">
                <a16:creationId xmlns:a16="http://schemas.microsoft.com/office/drawing/2014/main" id="{9886B884-DD11-308D-90DC-2B1054B3BAD8}"/>
              </a:ext>
            </a:extLst>
          </p:cNvPr>
          <p:cNvSpPr/>
          <p:nvPr/>
        </p:nvSpPr>
        <p:spPr>
          <a:xfrm>
            <a:off x="11299386" y="454483"/>
            <a:ext cx="473301" cy="660395"/>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stStyle>
          <a:p>
            <a:pPr algn="ctr"/>
            <a:endParaRPr lang="ko-KR" altLang="en-US" sz="1400">
              <a:solidFill>
                <a:srgbClr val="AE4500"/>
              </a:solidFill>
            </a:endParaRPr>
          </a:p>
        </p:txBody>
      </p:sp>
      <p:sp>
        <p:nvSpPr>
          <p:cNvPr id="16" name="Oval 15">
            <a:extLst>
              <a:ext uri="{FF2B5EF4-FFF2-40B4-BE49-F238E27FC236}">
                <a16:creationId xmlns:a16="http://schemas.microsoft.com/office/drawing/2014/main" id="{8CA474C3-40FC-C847-EE47-346ED74F86D9}"/>
              </a:ext>
            </a:extLst>
          </p:cNvPr>
          <p:cNvSpPr/>
          <p:nvPr/>
        </p:nvSpPr>
        <p:spPr>
          <a:xfrm>
            <a:off x="11693237" y="0"/>
            <a:ext cx="498763" cy="45745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17" name="TextBox 16">
            <a:extLst>
              <a:ext uri="{FF2B5EF4-FFF2-40B4-BE49-F238E27FC236}">
                <a16:creationId xmlns:a16="http://schemas.microsoft.com/office/drawing/2014/main" id="{6635F593-A1AC-99E7-757F-921A048EEC4C}"/>
              </a:ext>
            </a:extLst>
          </p:cNvPr>
          <p:cNvSpPr txBox="1"/>
          <p:nvPr/>
        </p:nvSpPr>
        <p:spPr>
          <a:xfrm>
            <a:off x="11792609" y="44062"/>
            <a:ext cx="203200" cy="369332"/>
          </a:xfrm>
          <a:prstGeom prst="rect">
            <a:avLst/>
          </a:prstGeom>
          <a:noFill/>
        </p:spPr>
        <p:txBody>
          <a:bodyPr wrap="square" rtlCol="0">
            <a:spAutoFit/>
          </a:bodyPr>
          <a:lstStyle/>
          <a:p>
            <a:r>
              <a:rPr lang="en-ZA" dirty="0">
                <a:solidFill>
                  <a:schemeClr val="bg1"/>
                </a:solidFill>
              </a:rPr>
              <a:t>5</a:t>
            </a:r>
          </a:p>
        </p:txBody>
      </p:sp>
    </p:spTree>
    <p:extLst>
      <p:ext uri="{BB962C8B-B14F-4D97-AF65-F5344CB8AC3E}">
        <p14:creationId xmlns:p14="http://schemas.microsoft.com/office/powerpoint/2010/main" val="91539728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B8B44-4BF9-0206-DBBA-F2F70F480AF9}"/>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2E2A6C73-10AA-7836-C1D5-D6B56BF1629D}"/>
              </a:ext>
            </a:extLst>
          </p:cNvPr>
          <p:cNvSpPr/>
          <p:nvPr/>
        </p:nvSpPr>
        <p:spPr>
          <a:xfrm>
            <a:off x="0" y="6590400"/>
            <a:ext cx="12192000" cy="130120"/>
          </a:xfrm>
          <a:prstGeom prst="rect">
            <a:avLst/>
          </a:prstGeom>
          <a:solidFill>
            <a:srgbClr val="F01D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es-PE"/>
          </a:p>
        </p:txBody>
      </p:sp>
      <p:sp>
        <p:nvSpPr>
          <p:cNvPr id="8" name="TextBox 7">
            <a:extLst>
              <a:ext uri="{FF2B5EF4-FFF2-40B4-BE49-F238E27FC236}">
                <a16:creationId xmlns:a16="http://schemas.microsoft.com/office/drawing/2014/main" id="{F1CFEF45-9EB6-6C6A-CB2A-1498FFC94785}"/>
              </a:ext>
            </a:extLst>
          </p:cNvPr>
          <p:cNvSpPr txBox="1"/>
          <p:nvPr/>
        </p:nvSpPr>
        <p:spPr>
          <a:xfrm>
            <a:off x="1069283" y="-91592"/>
            <a:ext cx="9905507" cy="1213474"/>
          </a:xfrm>
          <a:prstGeom prst="rect">
            <a:avLst/>
          </a:prstGeom>
          <a:noFill/>
        </p:spPr>
        <p:txBody>
          <a:bodyPr wrap="square" rtlCol="0">
            <a:spAutoFit/>
          </a:bodyPr>
          <a:lstStyle>
            <a:defPPr/>
          </a:lstStyle>
          <a:p>
            <a:pPr>
              <a:lnSpc>
                <a:spcPts val="10000"/>
              </a:lnSpc>
            </a:pPr>
            <a:r>
              <a:rPr lang="en-US" sz="4800" kern="2200" spc="80" dirty="0">
                <a:solidFill>
                  <a:srgbClr val="FF0000"/>
                </a:solidFill>
                <a:latin typeface="Abril Fatface" panose="02000503000000020003" pitchFamily="2" charset="0"/>
                <a:ea typeface="Arimo" panose="020B0604020202020204" pitchFamily="34" charset="0"/>
                <a:cs typeface="Arimo" panose="020B0604020202020204" pitchFamily="34" charset="0"/>
              </a:rPr>
              <a:t>Rating scale for Sellers combined</a:t>
            </a:r>
          </a:p>
        </p:txBody>
      </p:sp>
      <p:pic>
        <p:nvPicPr>
          <p:cNvPr id="11" name="Picture 10">
            <a:extLst>
              <a:ext uri="{FF2B5EF4-FFF2-40B4-BE49-F238E27FC236}">
                <a16:creationId xmlns:a16="http://schemas.microsoft.com/office/drawing/2014/main" id="{C91F8D8D-E471-EF8A-CB3A-C04209041A55}"/>
              </a:ext>
            </a:extLst>
          </p:cNvPr>
          <p:cNvPicPr>
            <a:picLocks noChangeAspect="1"/>
          </p:cNvPicPr>
          <p:nvPr/>
        </p:nvPicPr>
        <p:blipFill>
          <a:blip r:embed="rId3"/>
          <a:stretch>
            <a:fillRect/>
          </a:stretch>
        </p:blipFill>
        <p:spPr>
          <a:xfrm>
            <a:off x="6677965" y="1213474"/>
            <a:ext cx="5153744" cy="3924848"/>
          </a:xfrm>
          <a:prstGeom prst="rect">
            <a:avLst/>
          </a:prstGeom>
        </p:spPr>
      </p:pic>
      <p:sp>
        <p:nvSpPr>
          <p:cNvPr id="12" name="Rectangle 11">
            <a:extLst>
              <a:ext uri="{FF2B5EF4-FFF2-40B4-BE49-F238E27FC236}">
                <a16:creationId xmlns:a16="http://schemas.microsoft.com/office/drawing/2014/main" id="{0177B5F8-45B0-170E-183D-65501E3CAB56}"/>
              </a:ext>
            </a:extLst>
          </p:cNvPr>
          <p:cNvSpPr/>
          <p:nvPr/>
        </p:nvSpPr>
        <p:spPr>
          <a:xfrm>
            <a:off x="1163783" y="1309348"/>
            <a:ext cx="3906982" cy="10156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TextBox 14">
            <a:extLst>
              <a:ext uri="{FF2B5EF4-FFF2-40B4-BE49-F238E27FC236}">
                <a16:creationId xmlns:a16="http://schemas.microsoft.com/office/drawing/2014/main" id="{07149A64-AE32-DD74-30E8-EEE4D7467FBC}"/>
              </a:ext>
            </a:extLst>
          </p:cNvPr>
          <p:cNvSpPr txBox="1"/>
          <p:nvPr/>
        </p:nvSpPr>
        <p:spPr>
          <a:xfrm>
            <a:off x="1163783" y="1309348"/>
            <a:ext cx="3906982" cy="1015663"/>
          </a:xfrm>
          <a:prstGeom prst="rect">
            <a:avLst/>
          </a:prstGeom>
          <a:noFill/>
        </p:spPr>
        <p:txBody>
          <a:bodyPr wrap="square" rtlCol="0">
            <a:spAutoFit/>
          </a:bodyPr>
          <a:lstStyle/>
          <a:p>
            <a:r>
              <a:rPr lang="en-US" sz="1200" dirty="0"/>
              <a:t>Seller ratings are visualized in this pie chart, highlighting how performance is distributed across the rating scale. The chart provides quick insight into which sellers consistently meet expectations and where support or intervention may be needed.</a:t>
            </a:r>
            <a:endParaRPr lang="en-ZA" sz="1200" dirty="0"/>
          </a:p>
        </p:txBody>
      </p:sp>
      <p:sp>
        <p:nvSpPr>
          <p:cNvPr id="16" name="Oval 15">
            <a:extLst>
              <a:ext uri="{FF2B5EF4-FFF2-40B4-BE49-F238E27FC236}">
                <a16:creationId xmlns:a16="http://schemas.microsoft.com/office/drawing/2014/main" id="{25C325F8-1568-7ADD-F853-5B6621BD6FB3}"/>
              </a:ext>
            </a:extLst>
          </p:cNvPr>
          <p:cNvSpPr/>
          <p:nvPr/>
        </p:nvSpPr>
        <p:spPr>
          <a:xfrm>
            <a:off x="11693237" y="0"/>
            <a:ext cx="498763" cy="45745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17" name="TextBox 16">
            <a:extLst>
              <a:ext uri="{FF2B5EF4-FFF2-40B4-BE49-F238E27FC236}">
                <a16:creationId xmlns:a16="http://schemas.microsoft.com/office/drawing/2014/main" id="{B19784A3-A43D-EF06-D06D-560B4E2F501B}"/>
              </a:ext>
            </a:extLst>
          </p:cNvPr>
          <p:cNvSpPr txBox="1"/>
          <p:nvPr/>
        </p:nvSpPr>
        <p:spPr>
          <a:xfrm>
            <a:off x="11792609" y="44062"/>
            <a:ext cx="203200" cy="369332"/>
          </a:xfrm>
          <a:prstGeom prst="rect">
            <a:avLst/>
          </a:prstGeom>
          <a:noFill/>
        </p:spPr>
        <p:txBody>
          <a:bodyPr wrap="square" rtlCol="0">
            <a:spAutoFit/>
          </a:bodyPr>
          <a:lstStyle/>
          <a:p>
            <a:r>
              <a:rPr lang="en-ZA" dirty="0">
                <a:solidFill>
                  <a:schemeClr val="bg1"/>
                </a:solidFill>
              </a:rPr>
              <a:t>6</a:t>
            </a:r>
          </a:p>
        </p:txBody>
      </p:sp>
    </p:spTree>
    <p:extLst>
      <p:ext uri="{BB962C8B-B14F-4D97-AF65-F5344CB8AC3E}">
        <p14:creationId xmlns:p14="http://schemas.microsoft.com/office/powerpoint/2010/main" val="420213551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5715C-5344-325E-F69B-32F9C2365D79}"/>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988EBAC5-1A24-D9D1-259D-C267ACC71C07}"/>
              </a:ext>
            </a:extLst>
          </p:cNvPr>
          <p:cNvSpPr/>
          <p:nvPr/>
        </p:nvSpPr>
        <p:spPr>
          <a:xfrm>
            <a:off x="0" y="6590400"/>
            <a:ext cx="12192000" cy="130120"/>
          </a:xfrm>
          <a:prstGeom prst="rect">
            <a:avLst/>
          </a:prstGeom>
          <a:solidFill>
            <a:srgbClr val="F01D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es-PE"/>
          </a:p>
        </p:txBody>
      </p:sp>
      <p:sp>
        <p:nvSpPr>
          <p:cNvPr id="8" name="TextBox 7">
            <a:extLst>
              <a:ext uri="{FF2B5EF4-FFF2-40B4-BE49-F238E27FC236}">
                <a16:creationId xmlns:a16="http://schemas.microsoft.com/office/drawing/2014/main" id="{47C34939-EA53-BCBD-9723-15B82BB18908}"/>
              </a:ext>
            </a:extLst>
          </p:cNvPr>
          <p:cNvSpPr txBox="1"/>
          <p:nvPr/>
        </p:nvSpPr>
        <p:spPr>
          <a:xfrm>
            <a:off x="1069283" y="-91592"/>
            <a:ext cx="9905507" cy="1213474"/>
          </a:xfrm>
          <a:prstGeom prst="rect">
            <a:avLst/>
          </a:prstGeom>
          <a:noFill/>
        </p:spPr>
        <p:txBody>
          <a:bodyPr wrap="square" rtlCol="0">
            <a:spAutoFit/>
          </a:bodyPr>
          <a:lstStyle>
            <a:defPPr/>
          </a:lstStyle>
          <a:p>
            <a:pPr>
              <a:lnSpc>
                <a:spcPts val="10000"/>
              </a:lnSpc>
            </a:pPr>
            <a:r>
              <a:rPr lang="en-US" sz="4800" kern="2200" spc="80" dirty="0">
                <a:solidFill>
                  <a:srgbClr val="FF0000"/>
                </a:solidFill>
                <a:latin typeface="Abril Fatface" panose="02000503000000020003" pitchFamily="2" charset="0"/>
                <a:ea typeface="Arimo" panose="020B0604020202020204" pitchFamily="34" charset="0"/>
                <a:cs typeface="Arimo" panose="020B0604020202020204" pitchFamily="34" charset="0"/>
              </a:rPr>
              <a:t>Total Revenue and Cars Sold</a:t>
            </a:r>
          </a:p>
        </p:txBody>
      </p:sp>
      <p:sp>
        <p:nvSpPr>
          <p:cNvPr id="12" name="Rectangle 11">
            <a:extLst>
              <a:ext uri="{FF2B5EF4-FFF2-40B4-BE49-F238E27FC236}">
                <a16:creationId xmlns:a16="http://schemas.microsoft.com/office/drawing/2014/main" id="{F9B72271-F3C1-8988-27C2-2B697E415B2D}"/>
              </a:ext>
            </a:extLst>
          </p:cNvPr>
          <p:cNvSpPr/>
          <p:nvPr/>
        </p:nvSpPr>
        <p:spPr>
          <a:xfrm>
            <a:off x="6099465" y="1419407"/>
            <a:ext cx="3906982" cy="5808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TextBox 14">
            <a:extLst>
              <a:ext uri="{FF2B5EF4-FFF2-40B4-BE49-F238E27FC236}">
                <a16:creationId xmlns:a16="http://schemas.microsoft.com/office/drawing/2014/main" id="{D52BB1E1-4EE4-AA67-BDFE-6CAC0FB83416}"/>
              </a:ext>
            </a:extLst>
          </p:cNvPr>
          <p:cNvSpPr txBox="1"/>
          <p:nvPr/>
        </p:nvSpPr>
        <p:spPr>
          <a:xfrm>
            <a:off x="6096000" y="1419408"/>
            <a:ext cx="3906982" cy="461665"/>
          </a:xfrm>
          <a:prstGeom prst="rect">
            <a:avLst/>
          </a:prstGeom>
          <a:noFill/>
        </p:spPr>
        <p:txBody>
          <a:bodyPr wrap="square" rtlCol="0">
            <a:spAutoFit/>
          </a:bodyPr>
          <a:lstStyle/>
          <a:p>
            <a:r>
              <a:rPr lang="en-US" sz="1200" dirty="0"/>
              <a:t>Revenue showed strong growth between 2010 and 2015, contributing $6.4 billion to the total.</a:t>
            </a:r>
            <a:endParaRPr lang="en-ZA" sz="1200" dirty="0"/>
          </a:p>
        </p:txBody>
      </p:sp>
      <p:sp>
        <p:nvSpPr>
          <p:cNvPr id="16" name="Oval 15">
            <a:extLst>
              <a:ext uri="{FF2B5EF4-FFF2-40B4-BE49-F238E27FC236}">
                <a16:creationId xmlns:a16="http://schemas.microsoft.com/office/drawing/2014/main" id="{C07FEAE6-356E-3BE3-B6E3-A33CBE583E76}"/>
              </a:ext>
            </a:extLst>
          </p:cNvPr>
          <p:cNvSpPr/>
          <p:nvPr/>
        </p:nvSpPr>
        <p:spPr>
          <a:xfrm>
            <a:off x="11693237" y="0"/>
            <a:ext cx="498763" cy="45745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17" name="TextBox 16">
            <a:extLst>
              <a:ext uri="{FF2B5EF4-FFF2-40B4-BE49-F238E27FC236}">
                <a16:creationId xmlns:a16="http://schemas.microsoft.com/office/drawing/2014/main" id="{DB879FF1-6036-2A1B-EDEF-7E27FD74D21F}"/>
              </a:ext>
            </a:extLst>
          </p:cNvPr>
          <p:cNvSpPr txBox="1"/>
          <p:nvPr/>
        </p:nvSpPr>
        <p:spPr>
          <a:xfrm>
            <a:off x="11792609" y="44062"/>
            <a:ext cx="203200" cy="369332"/>
          </a:xfrm>
          <a:prstGeom prst="rect">
            <a:avLst/>
          </a:prstGeom>
          <a:noFill/>
        </p:spPr>
        <p:txBody>
          <a:bodyPr wrap="square" rtlCol="0">
            <a:spAutoFit/>
          </a:bodyPr>
          <a:lstStyle/>
          <a:p>
            <a:r>
              <a:rPr lang="en-ZA" dirty="0">
                <a:solidFill>
                  <a:schemeClr val="bg1"/>
                </a:solidFill>
              </a:rPr>
              <a:t>7</a:t>
            </a:r>
          </a:p>
        </p:txBody>
      </p:sp>
      <p:pic>
        <p:nvPicPr>
          <p:cNvPr id="5" name="Picture 4">
            <a:extLst>
              <a:ext uri="{FF2B5EF4-FFF2-40B4-BE49-F238E27FC236}">
                <a16:creationId xmlns:a16="http://schemas.microsoft.com/office/drawing/2014/main" id="{4F060F32-2898-0D97-3511-A023C979A493}"/>
              </a:ext>
            </a:extLst>
          </p:cNvPr>
          <p:cNvPicPr>
            <a:picLocks noChangeAspect="1"/>
          </p:cNvPicPr>
          <p:nvPr/>
        </p:nvPicPr>
        <p:blipFill>
          <a:blip r:embed="rId3"/>
          <a:stretch>
            <a:fillRect/>
          </a:stretch>
        </p:blipFill>
        <p:spPr>
          <a:xfrm>
            <a:off x="695325" y="1393800"/>
            <a:ext cx="2838450" cy="1061102"/>
          </a:xfrm>
          <a:prstGeom prst="rect">
            <a:avLst/>
          </a:prstGeom>
        </p:spPr>
      </p:pic>
      <p:pic>
        <p:nvPicPr>
          <p:cNvPr id="7" name="Picture 6">
            <a:extLst>
              <a:ext uri="{FF2B5EF4-FFF2-40B4-BE49-F238E27FC236}">
                <a16:creationId xmlns:a16="http://schemas.microsoft.com/office/drawing/2014/main" id="{84EE817F-D886-15AC-CE1F-BB56B39F05FF}"/>
              </a:ext>
            </a:extLst>
          </p:cNvPr>
          <p:cNvPicPr>
            <a:picLocks noChangeAspect="1"/>
          </p:cNvPicPr>
          <p:nvPr/>
        </p:nvPicPr>
        <p:blipFill>
          <a:blip r:embed="rId4"/>
          <a:stretch>
            <a:fillRect/>
          </a:stretch>
        </p:blipFill>
        <p:spPr>
          <a:xfrm>
            <a:off x="7031275" y="3575087"/>
            <a:ext cx="2971707" cy="1130264"/>
          </a:xfrm>
          <a:prstGeom prst="rect">
            <a:avLst/>
          </a:prstGeom>
        </p:spPr>
      </p:pic>
      <p:sp>
        <p:nvSpPr>
          <p:cNvPr id="9" name="Rectangle 8">
            <a:extLst>
              <a:ext uri="{FF2B5EF4-FFF2-40B4-BE49-F238E27FC236}">
                <a16:creationId xmlns:a16="http://schemas.microsoft.com/office/drawing/2014/main" id="{5498379B-EF71-E171-70DE-2CD939A18B0F}"/>
              </a:ext>
            </a:extLst>
          </p:cNvPr>
          <p:cNvSpPr/>
          <p:nvPr/>
        </p:nvSpPr>
        <p:spPr>
          <a:xfrm>
            <a:off x="1069283" y="3832120"/>
            <a:ext cx="3906982" cy="786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TextBox 9">
            <a:extLst>
              <a:ext uri="{FF2B5EF4-FFF2-40B4-BE49-F238E27FC236}">
                <a16:creationId xmlns:a16="http://schemas.microsoft.com/office/drawing/2014/main" id="{5E2C1C55-E937-F47C-69CE-D414B12B6109}"/>
              </a:ext>
            </a:extLst>
          </p:cNvPr>
          <p:cNvSpPr txBox="1"/>
          <p:nvPr/>
        </p:nvSpPr>
        <p:spPr>
          <a:xfrm>
            <a:off x="993083" y="3787922"/>
            <a:ext cx="3906982" cy="830997"/>
          </a:xfrm>
          <a:prstGeom prst="rect">
            <a:avLst/>
          </a:prstGeom>
          <a:noFill/>
        </p:spPr>
        <p:txBody>
          <a:bodyPr wrap="square" rtlCol="0">
            <a:spAutoFit/>
          </a:bodyPr>
          <a:lstStyle/>
          <a:p>
            <a:r>
              <a:rPr lang="en-US" sz="1200" dirty="0"/>
              <a:t>The forecast covers the number of cars sold between 1982 and 2015. During the period of 2010 to 2014, the market saw a significant rise in demand, with Ford leading the pack by capturing 19% of sales</a:t>
            </a:r>
            <a:endParaRPr lang="en-ZA" sz="1200" dirty="0"/>
          </a:p>
        </p:txBody>
      </p:sp>
    </p:spTree>
    <p:extLst>
      <p:ext uri="{BB962C8B-B14F-4D97-AF65-F5344CB8AC3E}">
        <p14:creationId xmlns:p14="http://schemas.microsoft.com/office/powerpoint/2010/main" val="109085363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08AE0-84B8-28DE-21EE-14DB1634688C}"/>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CF5B6924-699A-78AA-BBED-CBA000C618AD}"/>
              </a:ext>
            </a:extLst>
          </p:cNvPr>
          <p:cNvSpPr/>
          <p:nvPr/>
        </p:nvSpPr>
        <p:spPr>
          <a:xfrm>
            <a:off x="0" y="6590400"/>
            <a:ext cx="12192000" cy="130120"/>
          </a:xfrm>
          <a:prstGeom prst="rect">
            <a:avLst/>
          </a:prstGeom>
          <a:solidFill>
            <a:srgbClr val="F01D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lstStyle>
          <a:p>
            <a:pPr algn="ctr"/>
            <a:endParaRPr lang="es-PE"/>
          </a:p>
        </p:txBody>
      </p:sp>
      <p:sp>
        <p:nvSpPr>
          <p:cNvPr id="8" name="TextBox 7">
            <a:extLst>
              <a:ext uri="{FF2B5EF4-FFF2-40B4-BE49-F238E27FC236}">
                <a16:creationId xmlns:a16="http://schemas.microsoft.com/office/drawing/2014/main" id="{C0FDD945-46C6-2A1C-C48E-BDDB34ADE27A}"/>
              </a:ext>
            </a:extLst>
          </p:cNvPr>
          <p:cNvSpPr txBox="1"/>
          <p:nvPr/>
        </p:nvSpPr>
        <p:spPr>
          <a:xfrm>
            <a:off x="4121117" y="-149282"/>
            <a:ext cx="4051333" cy="1213474"/>
          </a:xfrm>
          <a:prstGeom prst="rect">
            <a:avLst/>
          </a:prstGeom>
          <a:noFill/>
        </p:spPr>
        <p:txBody>
          <a:bodyPr wrap="square" rtlCol="0">
            <a:spAutoFit/>
          </a:bodyPr>
          <a:lstStyle>
            <a:defPPr/>
          </a:lstStyle>
          <a:p>
            <a:pPr>
              <a:lnSpc>
                <a:spcPts val="10000"/>
              </a:lnSpc>
            </a:pPr>
            <a:r>
              <a:rPr lang="en-US" sz="4800" kern="2200" spc="80" dirty="0">
                <a:solidFill>
                  <a:srgbClr val="FF0000"/>
                </a:solidFill>
                <a:latin typeface="Abril Fatface" panose="02000503000000020003" pitchFamily="2" charset="0"/>
                <a:ea typeface="Arimo" panose="020B0604020202020204" pitchFamily="34" charset="0"/>
                <a:cs typeface="Arimo" panose="020B0604020202020204" pitchFamily="34" charset="0"/>
              </a:rPr>
              <a:t>Suggestions</a:t>
            </a:r>
          </a:p>
        </p:txBody>
      </p:sp>
      <p:sp>
        <p:nvSpPr>
          <p:cNvPr id="16" name="Oval 15">
            <a:extLst>
              <a:ext uri="{FF2B5EF4-FFF2-40B4-BE49-F238E27FC236}">
                <a16:creationId xmlns:a16="http://schemas.microsoft.com/office/drawing/2014/main" id="{74E0C970-C089-774E-0B36-4EDBE1A4363A}"/>
              </a:ext>
            </a:extLst>
          </p:cNvPr>
          <p:cNvSpPr/>
          <p:nvPr/>
        </p:nvSpPr>
        <p:spPr>
          <a:xfrm>
            <a:off x="11693237" y="0"/>
            <a:ext cx="498763" cy="45745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17" name="TextBox 16">
            <a:extLst>
              <a:ext uri="{FF2B5EF4-FFF2-40B4-BE49-F238E27FC236}">
                <a16:creationId xmlns:a16="http://schemas.microsoft.com/office/drawing/2014/main" id="{044D61B2-CDF7-982A-756D-03667787EB51}"/>
              </a:ext>
            </a:extLst>
          </p:cNvPr>
          <p:cNvSpPr txBox="1"/>
          <p:nvPr/>
        </p:nvSpPr>
        <p:spPr>
          <a:xfrm>
            <a:off x="11792609" y="44062"/>
            <a:ext cx="203200" cy="369332"/>
          </a:xfrm>
          <a:prstGeom prst="rect">
            <a:avLst/>
          </a:prstGeom>
          <a:noFill/>
        </p:spPr>
        <p:txBody>
          <a:bodyPr wrap="square" rtlCol="0">
            <a:spAutoFit/>
          </a:bodyPr>
          <a:lstStyle/>
          <a:p>
            <a:r>
              <a:rPr lang="en-ZA" dirty="0">
                <a:solidFill>
                  <a:schemeClr val="bg1"/>
                </a:solidFill>
              </a:rPr>
              <a:t>8</a:t>
            </a:r>
          </a:p>
        </p:txBody>
      </p:sp>
      <p:sp>
        <p:nvSpPr>
          <p:cNvPr id="2" name="Rectangle 1">
            <a:extLst>
              <a:ext uri="{FF2B5EF4-FFF2-40B4-BE49-F238E27FC236}">
                <a16:creationId xmlns:a16="http://schemas.microsoft.com/office/drawing/2014/main" id="{CC2539FA-34C5-B5EF-1834-73621981A13F}"/>
              </a:ext>
            </a:extLst>
          </p:cNvPr>
          <p:cNvSpPr/>
          <p:nvPr/>
        </p:nvSpPr>
        <p:spPr>
          <a:xfrm>
            <a:off x="1000125" y="1399900"/>
            <a:ext cx="2105025" cy="494347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EC56471B-CF22-5E9E-424B-3FAD1C9BC1A4}"/>
              </a:ext>
            </a:extLst>
          </p:cNvPr>
          <p:cNvSpPr/>
          <p:nvPr/>
        </p:nvSpPr>
        <p:spPr>
          <a:xfrm>
            <a:off x="3724275" y="1399900"/>
            <a:ext cx="2105025" cy="494347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220DD97F-E45B-7F4A-DAFF-6ED6DC4B78C3}"/>
              </a:ext>
            </a:extLst>
          </p:cNvPr>
          <p:cNvSpPr/>
          <p:nvPr/>
        </p:nvSpPr>
        <p:spPr>
          <a:xfrm>
            <a:off x="6448425" y="1399899"/>
            <a:ext cx="2105025" cy="494347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7A8B9879-8908-0A32-1537-FA059E3D3AD9}"/>
              </a:ext>
            </a:extLst>
          </p:cNvPr>
          <p:cNvSpPr/>
          <p:nvPr/>
        </p:nvSpPr>
        <p:spPr>
          <a:xfrm>
            <a:off x="9172575" y="1404660"/>
            <a:ext cx="2105025" cy="494347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TextBox 13">
            <a:extLst>
              <a:ext uri="{FF2B5EF4-FFF2-40B4-BE49-F238E27FC236}">
                <a16:creationId xmlns:a16="http://schemas.microsoft.com/office/drawing/2014/main" id="{B0DDAA72-2781-498E-2685-D836B8D2F8A6}"/>
              </a:ext>
            </a:extLst>
          </p:cNvPr>
          <p:cNvSpPr txBox="1"/>
          <p:nvPr/>
        </p:nvSpPr>
        <p:spPr>
          <a:xfrm>
            <a:off x="990600" y="1399899"/>
            <a:ext cx="2105025" cy="369332"/>
          </a:xfrm>
          <a:prstGeom prst="rect">
            <a:avLst/>
          </a:prstGeom>
          <a:noFill/>
        </p:spPr>
        <p:txBody>
          <a:bodyPr wrap="square" rtlCol="0">
            <a:spAutoFit/>
          </a:bodyPr>
          <a:lstStyle/>
          <a:p>
            <a:r>
              <a:rPr lang="en-ZA" dirty="0"/>
              <a:t>Consumer Trends</a:t>
            </a:r>
          </a:p>
        </p:txBody>
      </p:sp>
      <p:sp>
        <p:nvSpPr>
          <p:cNvPr id="18" name="TextBox 17">
            <a:extLst>
              <a:ext uri="{FF2B5EF4-FFF2-40B4-BE49-F238E27FC236}">
                <a16:creationId xmlns:a16="http://schemas.microsoft.com/office/drawing/2014/main" id="{2FF864E0-CCE0-4CB3-ADB3-056D463CA99D}"/>
              </a:ext>
            </a:extLst>
          </p:cNvPr>
          <p:cNvSpPr txBox="1"/>
          <p:nvPr/>
        </p:nvSpPr>
        <p:spPr>
          <a:xfrm>
            <a:off x="990600" y="2228850"/>
            <a:ext cx="2114550" cy="1200329"/>
          </a:xfrm>
          <a:prstGeom prst="rect">
            <a:avLst/>
          </a:prstGeom>
          <a:noFill/>
        </p:spPr>
        <p:txBody>
          <a:bodyPr wrap="square" rtlCol="0">
            <a:spAutoFit/>
          </a:bodyPr>
          <a:lstStyle/>
          <a:p>
            <a:r>
              <a:rPr lang="en-US" sz="1200" dirty="0"/>
              <a:t>The 2010-2015 period post-recession was about value and reliability. The next cycle might be defined by electric vehicles (EVs), connectivity, and sustainability</a:t>
            </a:r>
            <a:endParaRPr lang="en-ZA" sz="1200" dirty="0"/>
          </a:p>
        </p:txBody>
      </p:sp>
      <p:sp>
        <p:nvSpPr>
          <p:cNvPr id="19" name="TextBox 18">
            <a:extLst>
              <a:ext uri="{FF2B5EF4-FFF2-40B4-BE49-F238E27FC236}">
                <a16:creationId xmlns:a16="http://schemas.microsoft.com/office/drawing/2014/main" id="{D923F5B8-CAAA-9BE3-8DB4-E7CCD9500B4C}"/>
              </a:ext>
            </a:extLst>
          </p:cNvPr>
          <p:cNvSpPr txBox="1"/>
          <p:nvPr/>
        </p:nvSpPr>
        <p:spPr>
          <a:xfrm>
            <a:off x="3733800" y="1399899"/>
            <a:ext cx="2105025" cy="369332"/>
          </a:xfrm>
          <a:prstGeom prst="rect">
            <a:avLst/>
          </a:prstGeom>
          <a:noFill/>
        </p:spPr>
        <p:txBody>
          <a:bodyPr wrap="square" rtlCol="0">
            <a:spAutoFit/>
          </a:bodyPr>
          <a:lstStyle/>
          <a:p>
            <a:r>
              <a:rPr lang="en-ZA" dirty="0"/>
              <a:t>Targeted Incentives</a:t>
            </a:r>
          </a:p>
        </p:txBody>
      </p:sp>
      <p:sp>
        <p:nvSpPr>
          <p:cNvPr id="20" name="TextBox 19">
            <a:extLst>
              <a:ext uri="{FF2B5EF4-FFF2-40B4-BE49-F238E27FC236}">
                <a16:creationId xmlns:a16="http://schemas.microsoft.com/office/drawing/2014/main" id="{DCBA5CA4-F080-ED13-5FB0-F00AAB8BA1D0}"/>
              </a:ext>
            </a:extLst>
          </p:cNvPr>
          <p:cNvSpPr txBox="1"/>
          <p:nvPr/>
        </p:nvSpPr>
        <p:spPr>
          <a:xfrm>
            <a:off x="3724275" y="2245848"/>
            <a:ext cx="2095500" cy="1015663"/>
          </a:xfrm>
          <a:prstGeom prst="rect">
            <a:avLst/>
          </a:prstGeom>
          <a:noFill/>
        </p:spPr>
        <p:txBody>
          <a:bodyPr wrap="square" rtlCol="0">
            <a:spAutoFit/>
          </a:bodyPr>
          <a:lstStyle/>
          <a:p>
            <a:r>
              <a:rPr lang="en-US" sz="1200" dirty="0"/>
              <a:t>Develop flexible sales and finance programs that can be quickly activated when early signs of market-wide demand appear</a:t>
            </a:r>
            <a:endParaRPr lang="en-ZA" sz="1200" dirty="0"/>
          </a:p>
        </p:txBody>
      </p:sp>
      <p:sp>
        <p:nvSpPr>
          <p:cNvPr id="21" name="TextBox 20">
            <a:extLst>
              <a:ext uri="{FF2B5EF4-FFF2-40B4-BE49-F238E27FC236}">
                <a16:creationId xmlns:a16="http://schemas.microsoft.com/office/drawing/2014/main" id="{B2B1970D-74E6-E99C-1CE4-41FDD29C59DE}"/>
              </a:ext>
            </a:extLst>
          </p:cNvPr>
          <p:cNvSpPr txBox="1"/>
          <p:nvPr/>
        </p:nvSpPr>
        <p:spPr>
          <a:xfrm>
            <a:off x="6448425" y="1399899"/>
            <a:ext cx="2095500" cy="646331"/>
          </a:xfrm>
          <a:prstGeom prst="rect">
            <a:avLst/>
          </a:prstGeom>
          <a:noFill/>
        </p:spPr>
        <p:txBody>
          <a:bodyPr wrap="square" rtlCol="0">
            <a:spAutoFit/>
          </a:bodyPr>
          <a:lstStyle/>
          <a:p>
            <a:r>
              <a:rPr lang="en-ZA" dirty="0"/>
              <a:t>Competitive</a:t>
            </a:r>
            <a:r>
              <a:rPr lang="en-ZA" b="1" dirty="0"/>
              <a:t> </a:t>
            </a:r>
            <a:r>
              <a:rPr lang="en-ZA" dirty="0"/>
              <a:t>Benchmarking</a:t>
            </a:r>
          </a:p>
        </p:txBody>
      </p:sp>
      <p:sp>
        <p:nvSpPr>
          <p:cNvPr id="22" name="TextBox 21">
            <a:extLst>
              <a:ext uri="{FF2B5EF4-FFF2-40B4-BE49-F238E27FC236}">
                <a16:creationId xmlns:a16="http://schemas.microsoft.com/office/drawing/2014/main" id="{04FFC965-40FE-CCC4-B3E0-1E5D4B960F96}"/>
              </a:ext>
            </a:extLst>
          </p:cNvPr>
          <p:cNvSpPr txBox="1"/>
          <p:nvPr/>
        </p:nvSpPr>
        <p:spPr>
          <a:xfrm>
            <a:off x="6438900" y="2273401"/>
            <a:ext cx="2095500" cy="1569660"/>
          </a:xfrm>
          <a:prstGeom prst="rect">
            <a:avLst/>
          </a:prstGeom>
          <a:noFill/>
        </p:spPr>
        <p:txBody>
          <a:bodyPr wrap="square" rtlCol="0">
            <a:spAutoFit/>
          </a:bodyPr>
          <a:lstStyle/>
          <a:p>
            <a:r>
              <a:rPr lang="en-US" sz="1200" dirty="0"/>
              <a:t>Don't just focus on your own success. Analyze how competitors have adapted since 2015. They will have learned from Ford's leadership and will be competing more aggressively in the next growth cycle</a:t>
            </a:r>
            <a:endParaRPr lang="en-ZA" sz="1200" dirty="0"/>
          </a:p>
        </p:txBody>
      </p:sp>
      <p:sp>
        <p:nvSpPr>
          <p:cNvPr id="23" name="TextBox 22">
            <a:extLst>
              <a:ext uri="{FF2B5EF4-FFF2-40B4-BE49-F238E27FC236}">
                <a16:creationId xmlns:a16="http://schemas.microsoft.com/office/drawing/2014/main" id="{EBC84C9A-9ACF-19A5-B153-88BC7F282904}"/>
              </a:ext>
            </a:extLst>
          </p:cNvPr>
          <p:cNvSpPr txBox="1"/>
          <p:nvPr/>
        </p:nvSpPr>
        <p:spPr>
          <a:xfrm>
            <a:off x="9172575" y="1399899"/>
            <a:ext cx="2095500" cy="646331"/>
          </a:xfrm>
          <a:prstGeom prst="rect">
            <a:avLst/>
          </a:prstGeom>
          <a:noFill/>
        </p:spPr>
        <p:txBody>
          <a:bodyPr wrap="square" rtlCol="0">
            <a:spAutoFit/>
          </a:bodyPr>
          <a:lstStyle/>
          <a:p>
            <a:r>
              <a:rPr lang="en-ZA" dirty="0"/>
              <a:t>Enhance Brand Loyalty</a:t>
            </a:r>
          </a:p>
        </p:txBody>
      </p:sp>
      <p:sp>
        <p:nvSpPr>
          <p:cNvPr id="24" name="TextBox 23">
            <a:extLst>
              <a:ext uri="{FF2B5EF4-FFF2-40B4-BE49-F238E27FC236}">
                <a16:creationId xmlns:a16="http://schemas.microsoft.com/office/drawing/2014/main" id="{B48AE647-510C-DFEC-9813-3E165E3926FE}"/>
              </a:ext>
            </a:extLst>
          </p:cNvPr>
          <p:cNvSpPr txBox="1"/>
          <p:nvPr/>
        </p:nvSpPr>
        <p:spPr>
          <a:xfrm>
            <a:off x="9172575" y="2371725"/>
            <a:ext cx="2095500" cy="1938992"/>
          </a:xfrm>
          <a:prstGeom prst="rect">
            <a:avLst/>
          </a:prstGeom>
          <a:noFill/>
        </p:spPr>
        <p:txBody>
          <a:bodyPr wrap="square" rtlCol="0">
            <a:spAutoFit/>
          </a:bodyPr>
          <a:lstStyle/>
          <a:p>
            <a:r>
              <a:rPr lang="en-US" sz="1200" dirty="0"/>
              <a:t>A customer who bought a Ford during the 2010-2014 boom should be a customer for life. Implement superior post-purchase programs, owner loyalty rewards, and service experiences to ensure they return for their next vehicle, regardless of the economic cycle.</a:t>
            </a:r>
            <a:endParaRPr lang="en-ZA" sz="1200" dirty="0"/>
          </a:p>
        </p:txBody>
      </p:sp>
    </p:spTree>
    <p:extLst>
      <p:ext uri="{BB962C8B-B14F-4D97-AF65-F5344CB8AC3E}">
        <p14:creationId xmlns:p14="http://schemas.microsoft.com/office/powerpoint/2010/main" val="158753983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604A14C3-5101-2694-C17E-0E7CC4FC8A79}"/>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1B9AB7C4-F23A-9B1A-72C5-2AFAB6BCF186}"/>
              </a:ext>
            </a:extLst>
          </p:cNvPr>
          <p:cNvSpPr/>
          <p:nvPr/>
        </p:nvSpPr>
        <p:spPr>
          <a:xfrm>
            <a:off x="-66001" y="0"/>
            <a:ext cx="6162001" cy="6858000"/>
          </a:xfrm>
          <a:prstGeom prst="rect">
            <a:avLst/>
          </a:prstGeom>
          <a:solidFill>
            <a:srgbClr val="000000">
              <a:alpha val="86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s-PE"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1" name="文本框 4">
            <a:extLst>
              <a:ext uri="{FF2B5EF4-FFF2-40B4-BE49-F238E27FC236}">
                <a16:creationId xmlns:a16="http://schemas.microsoft.com/office/drawing/2014/main" id="{F948197C-556B-1E8F-F4EC-3FB7E69AD776}"/>
              </a:ext>
            </a:extLst>
          </p:cNvPr>
          <p:cNvSpPr txBox="1"/>
          <p:nvPr/>
        </p:nvSpPr>
        <p:spPr>
          <a:xfrm>
            <a:off x="2690623" y="1754024"/>
            <a:ext cx="6744751" cy="2554545"/>
          </a:xfrm>
          <a:prstGeom prst="rect">
            <a:avLst/>
          </a:prstGeom>
          <a:noFill/>
          <a:ln cap="flat">
            <a:noFill/>
          </a:ln>
        </p:spPr>
        <p:txBody>
          <a:bodyPr vert="horz" wrap="square" lIns="91440" tIns="45720" rIns="91440" bIns="45720" anchor="t" anchorCtr="1" compatLnSpc="1">
            <a:spAutoFit/>
          </a:bodyPr>
          <a:lstStyle>
            <a:defPPr/>
          </a:lstStyle>
          <a:p>
            <a:pPr marL="0" marR="0" lvl="0" indent="0" algn="ctr" defTabSz="457200" rtl="0" fontAlgn="auto" hangingPunct="1">
              <a:lnSpc>
                <a:spcPct val="100000"/>
              </a:lnSpc>
              <a:spcBef>
                <a:spcPct val="0"/>
              </a:spcBef>
              <a:spcAft>
                <a:spcPct val="0"/>
              </a:spcAft>
              <a:buNone/>
              <a:defRPr sz="1800" b="0" i="0" u="none" strike="noStrike" kern="0" cap="none" spc="0" baseline="0">
                <a:solidFill>
                  <a:srgbClr val="000000"/>
                </a:solidFill>
                <a:uFillTx/>
              </a:defRPr>
            </a:pPr>
            <a:r>
              <a:rPr lang="en-US" sz="8000" b="1" i="0" u="none" strike="noStrike" kern="1200" cap="none" spc="-150" baseline="0" dirty="0">
                <a:solidFill>
                  <a:srgbClr val="F01D33"/>
                </a:solidFill>
                <a:uFillTx/>
                <a:latin typeface="微软雅黑"/>
                <a:ea typeface="微软雅黑"/>
                <a:cs typeface="Arial" panose="020B0604020202020204" pitchFamily="34" charset="0"/>
              </a:rPr>
              <a:t>THANK</a:t>
            </a:r>
          </a:p>
          <a:p>
            <a:pPr marL="0" marR="0" lvl="0" indent="0" algn="ctr" defTabSz="457200" rtl="0" fontAlgn="auto" hangingPunct="1">
              <a:lnSpc>
                <a:spcPct val="100000"/>
              </a:lnSpc>
              <a:spcBef>
                <a:spcPct val="0"/>
              </a:spcBef>
              <a:spcAft>
                <a:spcPct val="0"/>
              </a:spcAft>
              <a:buNone/>
              <a:defRPr sz="1800" b="0" i="0" u="none" strike="noStrike" kern="0" cap="none" spc="0" baseline="0">
                <a:solidFill>
                  <a:srgbClr val="000000"/>
                </a:solidFill>
                <a:uFillTx/>
              </a:defRPr>
            </a:pPr>
            <a:r>
              <a:rPr lang="en-US" sz="8000" b="1" i="0" u="none" strike="noStrike" kern="1200" cap="none" spc="-150" baseline="0" dirty="0">
                <a:solidFill>
                  <a:srgbClr val="F01D33"/>
                </a:solidFill>
                <a:uFillTx/>
                <a:latin typeface="微软雅黑"/>
                <a:ea typeface="微软雅黑"/>
                <a:cs typeface="Arial" panose="020B0604020202020204" pitchFamily="34" charset="0"/>
              </a:rPr>
              <a:t>YOU</a:t>
            </a:r>
          </a:p>
        </p:txBody>
      </p:sp>
    </p:spTree>
    <p:extLst>
      <p:ext uri="{BB962C8B-B14F-4D97-AF65-F5344CB8AC3E}">
        <p14:creationId xmlns:p14="http://schemas.microsoft.com/office/powerpoint/2010/main" val="13399869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19.12.14"/>
  <p:tag name="AS_TITLE" val="Aspose.Slides for .NET 4.0 Client Profile"/>
  <p:tag name="AS_VERSION" val="19.12"/>
</p:tagLst>
</file>

<file path=ppt/theme/theme1.xml><?xml version="1.0" encoding="utf-8"?>
<a:theme xmlns:a="http://schemas.openxmlformats.org/drawingml/2006/main" name="Office Theme">
  <a:themeElements>
    <a:clrScheme name="Custom 30">
      <a:dk1>
        <a:sysClr val="windowText" lastClr="000000"/>
      </a:dk1>
      <a:lt1>
        <a:sysClr val="window" lastClr="FFFFFF"/>
      </a:lt1>
      <a:dk2>
        <a:srgbClr val="44546A"/>
      </a:dk2>
      <a:lt2>
        <a:srgbClr val="E7E6E6"/>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7051</TotalTime>
  <Words>588</Words>
  <Application>Microsoft Office PowerPoint</Application>
  <PresentationFormat>Widescreen</PresentationFormat>
  <Paragraphs>64</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微软雅黑</vt:lpstr>
      <vt:lpstr>Abril Fatface</vt:lpstr>
      <vt:lpstr>Arial</vt:lpstr>
      <vt:lpstr>Arimo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slidesppt.net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Presentacion de tesla</dc:title>
  <dc:creator>slidesppt</dc:creator>
  <cp:lastModifiedBy>Modise Lesejane</cp:lastModifiedBy>
  <cp:revision>341</cp:revision>
  <dcterms:created xsi:type="dcterms:W3CDTF">2022-10-01T05:06:49Z</dcterms:created>
  <dcterms:modified xsi:type="dcterms:W3CDTF">2025-11-14T15:28:08Z</dcterms:modified>
  <cp:category>slidesppt.net</cp:category>
</cp:coreProperties>
</file>